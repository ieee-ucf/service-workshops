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Proxima Nova"/>
      <p:regular r:id="rId40"/>
      <p:bold r:id="rId41"/>
      <p:italic r:id="rId42"/>
      <p:boldItalic r:id="rId43"/>
    </p:embeddedFont>
    <p:embeddedFont>
      <p:font typeface="Proxima Nova Semibold"/>
      <p:regular r:id="rId44"/>
      <p:bold r:id="rId45"/>
      <p:boldItalic r:id="rId46"/>
    </p:embeddedFont>
    <p:embeddedFont>
      <p:font typeface="Lustria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regular.fntdata"/><Relationship Id="rId20" Type="http://schemas.openxmlformats.org/officeDocument/2006/relationships/slide" Target="slides/slide15.xml"/><Relationship Id="rId42" Type="http://schemas.openxmlformats.org/officeDocument/2006/relationships/font" Target="fonts/ProximaNova-italic.fntdata"/><Relationship Id="rId41" Type="http://schemas.openxmlformats.org/officeDocument/2006/relationships/font" Target="fonts/ProximaNova-bold.fntdata"/><Relationship Id="rId22" Type="http://schemas.openxmlformats.org/officeDocument/2006/relationships/slide" Target="slides/slide17.xml"/><Relationship Id="rId44" Type="http://schemas.openxmlformats.org/officeDocument/2006/relationships/font" Target="fonts/ProximaNovaSemibold-regular.fntdata"/><Relationship Id="rId21" Type="http://schemas.openxmlformats.org/officeDocument/2006/relationships/slide" Target="slides/slide16.xml"/><Relationship Id="rId43" Type="http://schemas.openxmlformats.org/officeDocument/2006/relationships/font" Target="fonts/ProximaNova-boldItalic.fntdata"/><Relationship Id="rId24" Type="http://schemas.openxmlformats.org/officeDocument/2006/relationships/slide" Target="slides/slide19.xml"/><Relationship Id="rId46" Type="http://schemas.openxmlformats.org/officeDocument/2006/relationships/font" Target="fonts/ProximaNovaSemibold-boldItalic.fntdata"/><Relationship Id="rId23" Type="http://schemas.openxmlformats.org/officeDocument/2006/relationships/slide" Target="slides/slide18.xml"/><Relationship Id="rId45" Type="http://schemas.openxmlformats.org/officeDocument/2006/relationships/font" Target="fonts/ProximaNova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Lustria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Hook audience attention by having them guess what we are making; the pun should give it away hopefully… </a:t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d3af6b2b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d3af6b2b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question I advise 2-3 hands and as we edge closer to 15 minutes only take one response and move 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Stress the importance of push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d3af6b2bd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d3af6b2bd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question I advise 2-3 hands and as we edge closer to 15 minutes only take one response and move 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d3af6b2bd_2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3d3af6b2bd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batteries have specific voltage and dedicated terminals (positive and negative sides) that determine the direction of push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Voltage is supplied by the battery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Unit of Voltage is Volts (V)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Voltage is loss through the circuit but cannot be generated (law of energy conversion, energy cannot be created nor destroyed)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d3af6b2bd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d3af6b2bd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6ff821b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Useful Analogy - </a:t>
            </a:r>
            <a:r>
              <a:rPr b="1" lang="en">
                <a:solidFill>
                  <a:schemeClr val="dk1"/>
                </a:solidFill>
              </a:rPr>
              <a:t>Water</a:t>
            </a:r>
            <a:r>
              <a:rPr lang="en">
                <a:solidFill>
                  <a:schemeClr val="dk1"/>
                </a:solidFill>
              </a:rPr>
              <a:t>: voltage ~ water pressure -&gt; higher voltage affect current flow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Explain current here with water flow as an example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High Voltage (positive) to Low Voltage (ground)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66ff821b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d3af6b2b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d3af6b2b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LED: Positive and Negative Side (same as a battery)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movement leads to light being emitted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Produces light when electric current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Diode property: one way valve (don’t go against a one way street!)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b="1" lang="en">
                <a:solidFill>
                  <a:schemeClr val="dk1"/>
                </a:solidFill>
              </a:rPr>
              <a:t>Polarity</a:t>
            </a:r>
            <a:r>
              <a:rPr lang="en">
                <a:solidFill>
                  <a:schemeClr val="dk1"/>
                </a:solidFill>
              </a:rPr>
              <a:t>: positive long leg, negative short leg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Also requires a specific voltage/current (may lead to damage!)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Introduce compatibility issue -&gt; Resistance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d3af6b2bd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d3af6b2bd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d3af6b2bd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d3af6b2bd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</a:t>
            </a:r>
            <a:r>
              <a:rPr lang="en"/>
              <a:t>Component</a:t>
            </a:r>
            <a:r>
              <a:rPr lang="en"/>
              <a:t> = Resistor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of </a:t>
            </a:r>
            <a:r>
              <a:rPr lang="en"/>
              <a:t>Resistance</a:t>
            </a:r>
            <a:r>
              <a:rPr lang="en"/>
              <a:t> is ohm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Voltage is spent to push the current through the resistor aka voltage is loss when current goes through the resistor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d3af6b2bd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d3af6b2bd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d3af6b2bd_2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3d3af6b2bd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Explain Circuit Design aka what symbols represent what electrical components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Explain the Circuit Design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d3af6b2b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3d3af6b2b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Describe LED and components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Direct to diagram (EX: purple for N-type and green for P-type)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Function explanation: </a:t>
            </a:r>
            <a:endParaRPr b="1"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Between the two semiconductors is a barrier to stop the charges from crossing.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barrier becomes less effective as voltage is increased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As the barrier stops working, charges move across the junction. When a positive and negative charge combine, you get light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Distribute materials here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d3af6b2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d3af6b2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Metal strips are the nodes of the breadboard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Voltage in the node is the same throughout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Resistor / Components goes into the node with other resistors / components that have the same voltage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d3af6b2bd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3d3af6b2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Different color circles = different nodes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Ask how many nodes do we need to use to build our circuit (aka how many different voltage values there are throughout the circuit)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59e3886a1f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59e3886a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cbe5843d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g35cbe5843d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7" name="Google Shape;467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Describe LED and components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Direct to diagram (EX: purple for N-type and green for P-type)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Function explanation: </a:t>
            </a:r>
            <a:endParaRPr b="1"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Between the two semiconductors is a barrier to stop the charges from crossing.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barrier becomes less effective as voltage is increased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As the barrier stops working, charges move across the junction. When a positive and negative charge combine, you get light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Describe LED and components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Direct to diagram (EX: purple for N-type and green for P-type)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/>
              <a:t>Function explanation: </a:t>
            </a:r>
            <a:endParaRPr b="1"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Between the two semiconductors is a barrier to stop the charges from crossing.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barrier becomes less effective as voltage is increased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As the barrier stops working, charges move across the junction. When a positive and negative charge combine, you get light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Hand out how to make DIY circuit take home sheet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ae9febc5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6ae9febc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1pPr>
            <a:lvl2pPr indent="-30861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2pPr>
            <a:lvl3pPr indent="-3086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3pPr>
            <a:lvl4pPr indent="-3086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028020" y="1327155"/>
            <a:ext cx="7080026" cy="13716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4050"/>
              <a:buFont typeface="Arial"/>
              <a:buNone/>
              <a:defRPr sz="405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028020" y="2698755"/>
            <a:ext cx="7080026" cy="787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735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971551" y="1320801"/>
            <a:ext cx="7192913" cy="137161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971551" y="2692409"/>
            <a:ext cx="7192913" cy="113029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735"/>
              <a:buNone/>
              <a:defRPr sz="105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85347" y="1299337"/>
            <a:ext cx="3795373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1pPr>
            <a:lvl2pPr indent="-30861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2pPr>
            <a:lvl3pPr indent="-3086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3pPr>
            <a:lvl4pPr indent="-3086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52169" y="1299337"/>
            <a:ext cx="3798499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1pPr>
            <a:lvl2pPr indent="-30861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2pPr>
            <a:lvl3pPr indent="-3086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3pPr>
            <a:lvl4pPr indent="-3086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compPhotoInset.png"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5346" y="1300880"/>
            <a:ext cx="3816804" cy="3111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compPhotoInset.png" id="42" name="Google Shape;4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3864" y="1300880"/>
            <a:ext cx="3816804" cy="3111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754404" y="1376441"/>
            <a:ext cx="3657258" cy="4086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754404" y="1785103"/>
            <a:ext cx="3657258" cy="25582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88607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945"/>
              <a:buChar char="❑"/>
              <a:defRPr sz="1350"/>
            </a:lvl1pPr>
            <a:lvl2pPr indent="-28194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Char char="❑"/>
              <a:defRPr sz="1200"/>
            </a:lvl2pPr>
            <a:lvl3pPr indent="-275272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Char char="❑"/>
              <a:defRPr sz="1050"/>
            </a:lvl3pPr>
            <a:lvl4pPr indent="-26860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Char char="❑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Char char="❑"/>
              <a:defRPr sz="900"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721225" y="1376441"/>
            <a:ext cx="3671498" cy="4086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721225" y="1785103"/>
            <a:ext cx="3671498" cy="25582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88607" lvl="0" marL="457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945"/>
              <a:buChar char="❑"/>
              <a:defRPr sz="1350"/>
            </a:lvl1pPr>
            <a:lvl2pPr indent="-28194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Char char="❑"/>
              <a:defRPr sz="1200"/>
            </a:lvl2pPr>
            <a:lvl3pPr indent="-275272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Char char="❑"/>
              <a:defRPr sz="1050"/>
            </a:lvl3pPr>
            <a:lvl4pPr indent="-268605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Char char="❑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Char char="❑"/>
              <a:defRPr sz="900"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85347" y="457200"/>
            <a:ext cx="2780167" cy="13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Font typeface="Arial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3641725" y="457200"/>
            <a:ext cx="4808943" cy="3886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1pPr>
            <a:lvl2pPr indent="-30861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2pPr>
            <a:lvl3pPr indent="-3086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3pPr>
            <a:lvl4pPr indent="-3086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685347" y="1823639"/>
            <a:ext cx="2780167" cy="251976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vertPhotoInset.png" id="68" name="Google Shape;6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70249" y="457200"/>
            <a:ext cx="2688125" cy="390362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>
            <p:ph type="title"/>
          </p:nvPr>
        </p:nvSpPr>
        <p:spPr>
          <a:xfrm>
            <a:off x="685347" y="457442"/>
            <a:ext cx="4451212" cy="13720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400"/>
              <a:buFont typeface="Aria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/>
          <p:nvPr>
            <p:ph idx="2" type="pic"/>
          </p:nvPr>
        </p:nvSpPr>
        <p:spPr>
          <a:xfrm>
            <a:off x="5581914" y="572776"/>
            <a:ext cx="2456813" cy="3684617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294"/>
              </a:srgbClr>
            </a:outerShdw>
          </a:effectLst>
        </p:spPr>
      </p:sp>
      <p:sp>
        <p:nvSpPr>
          <p:cNvPr id="71" name="Google Shape;71;p11"/>
          <p:cNvSpPr txBox="1"/>
          <p:nvPr>
            <p:ph idx="1" type="body"/>
          </p:nvPr>
        </p:nvSpPr>
        <p:spPr>
          <a:xfrm>
            <a:off x="685347" y="1829445"/>
            <a:ext cx="4451212" cy="25321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panoPhotoInset.png" id="76" name="Google Shape;7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0413" y="410855"/>
            <a:ext cx="7606349" cy="286260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 txBox="1"/>
          <p:nvPr>
            <p:ph type="title"/>
          </p:nvPr>
        </p:nvSpPr>
        <p:spPr>
          <a:xfrm>
            <a:off x="685354" y="3423941"/>
            <a:ext cx="7766495" cy="4076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100"/>
              <a:buFont typeface="Arial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/>
          <p:nvPr>
            <p:ph idx="2" type="pic"/>
          </p:nvPr>
        </p:nvSpPr>
        <p:spPr>
          <a:xfrm>
            <a:off x="877012" y="521257"/>
            <a:ext cx="7384010" cy="2644253"/>
          </a:xfrm>
          <a:prstGeom prst="rect">
            <a:avLst/>
          </a:prstGeom>
          <a:noFill/>
          <a:ln>
            <a:noFill/>
          </a:ln>
          <a:effectLst>
            <a:outerShdw blurRad="38100" dir="4440000" dist="25400">
              <a:srgbClr val="000000">
                <a:alpha val="35294"/>
              </a:srgbClr>
            </a:outerShdw>
          </a:effectLst>
        </p:spPr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685346" y="3831546"/>
            <a:ext cx="7765322" cy="5118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25"/>
              <a:buNone/>
              <a:defRPr sz="750"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85346" y="456328"/>
            <a:ext cx="7765322" cy="265075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685346" y="3221385"/>
            <a:ext cx="7765322" cy="112637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25"/>
              <a:buNone/>
              <a:defRPr sz="750"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1084659" y="457200"/>
            <a:ext cx="6977064" cy="224467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1290484" y="2707524"/>
            <a:ext cx="6564224" cy="3995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25"/>
              <a:buNone/>
              <a:defRPr sz="750"/>
            </a:lvl9pPr>
          </a:lstStyle>
          <a:p/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685346" y="3228265"/>
            <a:ext cx="7765322" cy="11171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25"/>
              <a:buNone/>
              <a:defRPr sz="750"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ustria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ustria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685346" y="1595207"/>
            <a:ext cx="7765322" cy="188387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685339" y="3487917"/>
            <a:ext cx="7764149" cy="8554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735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525"/>
              <a:buNone/>
              <a:defRPr sz="750"/>
            </a:lvl9pPr>
          </a:lstStyle>
          <a:p/>
        </p:txBody>
      </p:sp>
      <p:sp>
        <p:nvSpPr>
          <p:cNvPr id="101" name="Google Shape;101;p15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685346" y="1414462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107" name="Google Shape;107;p16"/>
          <p:cNvSpPr txBox="1"/>
          <p:nvPr>
            <p:ph idx="2" type="body"/>
          </p:nvPr>
        </p:nvSpPr>
        <p:spPr>
          <a:xfrm>
            <a:off x="685346" y="1928812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108" name="Google Shape;108;p16"/>
          <p:cNvSpPr txBox="1"/>
          <p:nvPr>
            <p:ph idx="3" type="body"/>
          </p:nvPr>
        </p:nvSpPr>
        <p:spPr>
          <a:xfrm>
            <a:off x="3335033" y="1414462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109" name="Google Shape;109;p16"/>
          <p:cNvSpPr txBox="1"/>
          <p:nvPr>
            <p:ph idx="4" type="body"/>
          </p:nvPr>
        </p:nvSpPr>
        <p:spPr>
          <a:xfrm>
            <a:off x="3331076" y="1928812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110" name="Google Shape;110;p16"/>
          <p:cNvSpPr txBox="1"/>
          <p:nvPr>
            <p:ph idx="5" type="body"/>
          </p:nvPr>
        </p:nvSpPr>
        <p:spPr>
          <a:xfrm>
            <a:off x="5974929" y="1414462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111" name="Google Shape;111;p16"/>
          <p:cNvSpPr txBox="1"/>
          <p:nvPr>
            <p:ph idx="6" type="body"/>
          </p:nvPr>
        </p:nvSpPr>
        <p:spPr>
          <a:xfrm>
            <a:off x="5974929" y="1928812"/>
            <a:ext cx="2475738" cy="241458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ate-V2-HD-3colPhotoInset.png" id="116" name="Google Shape;11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3472" y="1363661"/>
            <a:ext cx="2504979" cy="138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7" name="Google Shape;11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02850" y="1363661"/>
            <a:ext cx="2504979" cy="1385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late-V2-HD-3colPhotoInset.png" id="118" name="Google Shape;11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2038" y="1363661"/>
            <a:ext cx="2504979" cy="138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685346" y="2928079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121" name="Google Shape;121;p17"/>
          <p:cNvSpPr/>
          <p:nvPr>
            <p:ph idx="2" type="pic"/>
          </p:nvPr>
        </p:nvSpPr>
        <p:spPr>
          <a:xfrm>
            <a:off x="763577" y="1454188"/>
            <a:ext cx="2319276" cy="120221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294"/>
              </a:srgbClr>
            </a:outerShdw>
          </a:effectLst>
        </p:spPr>
      </p:sp>
      <p:sp>
        <p:nvSpPr>
          <p:cNvPr id="122" name="Google Shape;122;p17"/>
          <p:cNvSpPr txBox="1"/>
          <p:nvPr>
            <p:ph idx="3" type="body"/>
          </p:nvPr>
        </p:nvSpPr>
        <p:spPr>
          <a:xfrm>
            <a:off x="685346" y="3360276"/>
            <a:ext cx="2475738" cy="9831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123" name="Google Shape;123;p17"/>
          <p:cNvSpPr txBox="1"/>
          <p:nvPr>
            <p:ph idx="4" type="body"/>
          </p:nvPr>
        </p:nvSpPr>
        <p:spPr>
          <a:xfrm>
            <a:off x="3332091" y="2928079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124" name="Google Shape;124;p17"/>
          <p:cNvSpPr/>
          <p:nvPr>
            <p:ph idx="5" type="pic"/>
          </p:nvPr>
        </p:nvSpPr>
        <p:spPr>
          <a:xfrm>
            <a:off x="3409307" y="1454321"/>
            <a:ext cx="2319276" cy="1206123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294"/>
              </a:srgbClr>
            </a:outerShdw>
          </a:effectLst>
        </p:spPr>
      </p:sp>
      <p:sp>
        <p:nvSpPr>
          <p:cNvPr id="125" name="Google Shape;125;p17"/>
          <p:cNvSpPr txBox="1"/>
          <p:nvPr>
            <p:ph idx="6" type="body"/>
          </p:nvPr>
        </p:nvSpPr>
        <p:spPr>
          <a:xfrm>
            <a:off x="3331076" y="3360276"/>
            <a:ext cx="2475738" cy="9831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126" name="Google Shape;126;p17"/>
          <p:cNvSpPr txBox="1"/>
          <p:nvPr>
            <p:ph idx="7" type="body"/>
          </p:nvPr>
        </p:nvSpPr>
        <p:spPr>
          <a:xfrm>
            <a:off x="5975023" y="2928079"/>
            <a:ext cx="2475738" cy="43219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05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45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84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840"/>
              <a:buNone/>
              <a:defRPr b="1" sz="1200"/>
            </a:lvl9pPr>
          </a:lstStyle>
          <a:p/>
        </p:txBody>
      </p:sp>
      <p:sp>
        <p:nvSpPr>
          <p:cNvPr id="127" name="Google Shape;127;p17"/>
          <p:cNvSpPr/>
          <p:nvPr>
            <p:ph idx="8" type="pic"/>
          </p:nvPr>
        </p:nvSpPr>
        <p:spPr>
          <a:xfrm>
            <a:off x="6056774" y="1450824"/>
            <a:ext cx="2319276" cy="1205471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38100" dir="4440000" dist="25400">
              <a:srgbClr val="000000">
                <a:alpha val="35294"/>
              </a:srgbClr>
            </a:outerShdw>
          </a:effectLst>
        </p:spPr>
      </p:sp>
      <p:sp>
        <p:nvSpPr>
          <p:cNvPr id="128" name="Google Shape;128;p17"/>
          <p:cNvSpPr txBox="1"/>
          <p:nvPr>
            <p:ph idx="9" type="body"/>
          </p:nvPr>
        </p:nvSpPr>
        <p:spPr>
          <a:xfrm>
            <a:off x="5974929" y="3360274"/>
            <a:ext cx="2475738" cy="9831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735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63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525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473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473"/>
              <a:buNone/>
              <a:defRPr sz="675"/>
            </a:lvl9pPr>
          </a:lstStyle>
          <a:p/>
        </p:txBody>
      </p:sp>
      <p:sp>
        <p:nvSpPr>
          <p:cNvPr id="129" name="Google Shape;129;p17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 rot="5400000">
            <a:off x="3045976" y="-1061292"/>
            <a:ext cx="3044063" cy="77653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1pPr>
            <a:lvl2pPr indent="-30861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2pPr>
            <a:lvl3pPr indent="-3086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3pPr>
            <a:lvl4pPr indent="-3086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 rot="5400000">
            <a:off x="5650884" y="1543618"/>
            <a:ext cx="3886201" cy="17133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 rot="5400000">
            <a:off x="1711073" y="-568526"/>
            <a:ext cx="3886201" cy="59376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1pPr>
            <a:lvl2pPr indent="-30861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2pPr>
            <a:lvl3pPr indent="-30861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3pPr>
            <a:lvl4pPr indent="-30861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❑"/>
              <a:defRPr/>
            </a:lvl5pPr>
            <a:lvl6pPr indent="-308610" lvl="5" marL="2743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6pPr>
            <a:lvl7pPr indent="-308610" lvl="6" marL="3200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7pPr>
            <a:lvl8pPr indent="-308609" lvl="7" marL="3657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◈"/>
              <a:defRPr/>
            </a:lvl8pPr>
            <a:lvl9pPr indent="-308609" lvl="8" marL="411480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SzPts val="1260"/>
              <a:buChar char="◈"/>
              <a:defRPr/>
            </a:lvl9pPr>
          </a:lstStyle>
          <a:p/>
        </p:txBody>
      </p:sp>
      <p:sp>
        <p:nvSpPr>
          <p:cNvPr id="141" name="Google Shape;141;p19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7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CBB9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❑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8610" lvl="1" marL="914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❑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❑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❑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8610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❑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5272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735"/>
              <a:buFont typeface="Noto Sans Symbols"/>
              <a:buChar char="◈"/>
              <a:defRPr b="0" i="0" sz="105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indent="-275272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735"/>
              <a:buFont typeface="Noto Sans Symbols"/>
              <a:buChar char="◈"/>
              <a:defRPr b="0" i="0" sz="105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indent="-275272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735"/>
              <a:buFont typeface="Noto Sans Symbols"/>
              <a:buChar char="◈"/>
              <a:defRPr b="0" i="0" sz="105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indent="-275272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lt2"/>
              </a:buClr>
              <a:buSzPts val="735"/>
              <a:buFont typeface="Noto Sans Symbols"/>
              <a:buChar char="◈"/>
              <a:defRPr b="0" i="0" sz="1050" u="none" cap="none" strike="noStrik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gif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Relationship Id="rId4" Type="http://schemas.openxmlformats.org/officeDocument/2006/relationships/image" Target="../media/image24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 rot="-1088264">
            <a:off x="-655496" y="1327423"/>
            <a:ext cx="5568341" cy="3898985"/>
          </a:xfrm>
          <a:prstGeom prst="rect">
            <a:avLst/>
          </a:prstGeom>
          <a:noFill/>
          <a:ln cap="flat" cmpd="sng" w="762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 rot="-1196458">
            <a:off x="443679" y="1525323"/>
            <a:ext cx="4252139" cy="3047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are we making?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HINT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Has Polarity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Uses Ohm's Law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Uses Voltage and Currents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Has a Breadboard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i="0" lang="en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Light</a:t>
            </a:r>
            <a:r>
              <a:rPr b="1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hearted fun ☺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 rot="-1088249">
            <a:off x="-4790" y="329372"/>
            <a:ext cx="6158081" cy="432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1" name="Google Shape;151;p20"/>
          <p:cNvSpPr txBox="1"/>
          <p:nvPr>
            <p:ph type="title"/>
          </p:nvPr>
        </p:nvSpPr>
        <p:spPr>
          <a:xfrm>
            <a:off x="5323840" y="3116030"/>
            <a:ext cx="3586480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</a:pPr>
            <a:r>
              <a:rPr lang="en">
                <a:solidFill>
                  <a:srgbClr val="CBB968"/>
                </a:solidFill>
                <a:latin typeface="Arial"/>
                <a:ea typeface="Arial"/>
                <a:cs typeface="Arial"/>
                <a:sym typeface="Arial"/>
              </a:rPr>
              <a:t>DIY Flashlight Workshop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5141558" y="2571750"/>
            <a:ext cx="395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IEEE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3484880" y="2207831"/>
            <a:ext cx="2174240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</a:pPr>
            <a:r>
              <a:rPr lang="en">
                <a:solidFill>
                  <a:srgbClr val="CBB968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2853900" y="2083200"/>
            <a:ext cx="3436200" cy="97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voltage?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ctrTitle"/>
          </p:nvPr>
        </p:nvSpPr>
        <p:spPr>
          <a:xfrm>
            <a:off x="270675" y="357090"/>
            <a:ext cx="2999591" cy="7874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Voltage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23"/>
          <p:cNvSpPr txBox="1"/>
          <p:nvPr>
            <p:ph idx="1" type="subTitle"/>
          </p:nvPr>
        </p:nvSpPr>
        <p:spPr>
          <a:xfrm>
            <a:off x="596500" y="1272171"/>
            <a:ext cx="4406400" cy="1299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i="1" lang="en" sz="2400"/>
              <a:t>“The measurement of the amount of charge </a:t>
            </a:r>
            <a:r>
              <a:rPr i="1" lang="en" sz="2400" u="sng"/>
              <a:t>between two points</a:t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i="1" sz="2400"/>
          </a:p>
        </p:txBody>
      </p:sp>
      <p:sp>
        <p:nvSpPr>
          <p:cNvPr id="169" name="Google Shape;169;p23"/>
          <p:cNvSpPr txBox="1"/>
          <p:nvPr/>
        </p:nvSpPr>
        <p:spPr>
          <a:xfrm>
            <a:off x="280000" y="2817062"/>
            <a:ext cx="5039400" cy="787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Opposite charges attract;       Like charges repel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Arial"/>
              <a:buChar char="•"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“push” of the charges trying to repel each other is </a:t>
            </a:r>
            <a:r>
              <a:rPr b="1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voltage!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23"/>
          <p:cNvCxnSpPr/>
          <p:nvPr/>
        </p:nvCxnSpPr>
        <p:spPr>
          <a:xfrm>
            <a:off x="400943" y="1272182"/>
            <a:ext cx="0" cy="1185505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2075" y="1272178"/>
            <a:ext cx="3110575" cy="22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2204400" y="1879950"/>
            <a:ext cx="4735200" cy="138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does the voltage come from?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ctrTitle"/>
          </p:nvPr>
        </p:nvSpPr>
        <p:spPr>
          <a:xfrm>
            <a:off x="0" y="0"/>
            <a:ext cx="2805300" cy="787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Voltage Supply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5811650" y="612450"/>
            <a:ext cx="3177000" cy="4531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Arial"/>
              <a:buChar char="•"/>
            </a:pPr>
            <a:r>
              <a:rPr lang="en" sz="2400">
                <a:solidFill>
                  <a:schemeClr val="lt1"/>
                </a:solidFill>
              </a:rPr>
              <a:t>Terminals (Negative and Positive Sides)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Arial"/>
              <a:buChar char="•"/>
            </a:pPr>
            <a:r>
              <a:rPr lang="en" sz="2400">
                <a:solidFill>
                  <a:schemeClr val="lt1"/>
                </a:solidFill>
              </a:rPr>
              <a:t>Unit of Voltage  Volts (V)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Char char="•"/>
            </a:pPr>
            <a:r>
              <a:rPr lang="en" sz="2400">
                <a:solidFill>
                  <a:schemeClr val="lt1"/>
                </a:solidFill>
              </a:rPr>
              <a:t>Voltage loss in circuit, not created</a:t>
            </a:r>
            <a:endParaRPr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2450"/>
            <a:ext cx="5715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159750" y="3202675"/>
            <a:ext cx="4756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Batteries have a </a:t>
            </a:r>
            <a:r>
              <a:rPr b="1" lang="en" sz="1800" u="sng">
                <a:solidFill>
                  <a:schemeClr val="lt2"/>
                </a:solidFill>
              </a:rPr>
              <a:t>specified voltage </a:t>
            </a:r>
            <a:r>
              <a:rPr lang="en" sz="1800">
                <a:solidFill>
                  <a:schemeClr val="lt2"/>
                </a:solidFill>
              </a:rPr>
              <a:t>used for circuits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One may call it… its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Potential energy</a:t>
            </a:r>
            <a:endParaRPr sz="1800">
              <a:solidFill>
                <a:schemeClr val="lt2"/>
              </a:solidFill>
            </a:endParaRPr>
          </a:p>
        </p:txBody>
      </p:sp>
      <p:cxnSp>
        <p:nvCxnSpPr>
          <p:cNvPr id="185" name="Google Shape;185;p25"/>
          <p:cNvCxnSpPr/>
          <p:nvPr/>
        </p:nvCxnSpPr>
        <p:spPr>
          <a:xfrm flipH="1">
            <a:off x="5710793" y="3202682"/>
            <a:ext cx="4200" cy="1839900"/>
          </a:xfrm>
          <a:prstGeom prst="straightConnector1">
            <a:avLst/>
          </a:prstGeom>
          <a:noFill/>
          <a:ln cap="rnd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2683650" y="2118450"/>
            <a:ext cx="37767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Current?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760296" y="104931"/>
            <a:ext cx="77652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</a:pPr>
            <a:r>
              <a:rPr lang="en"/>
              <a:t>Case Study: Water Flow</a:t>
            </a:r>
            <a:endParaRPr/>
          </a:p>
        </p:txBody>
      </p:sp>
      <p:pic>
        <p:nvPicPr>
          <p:cNvPr id="196" name="Google Shape;1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897" y="832769"/>
            <a:ext cx="3459781" cy="30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7"/>
          <p:cNvSpPr txBox="1"/>
          <p:nvPr/>
        </p:nvSpPr>
        <p:spPr>
          <a:xfrm>
            <a:off x="760300" y="4291025"/>
            <a:ext cx="7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What does water have to do with electrical current?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8078" y="985131"/>
            <a:ext cx="4703522" cy="255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2157150" y="2118450"/>
            <a:ext cx="53826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LED stand for?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0D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1722" y="2220750"/>
            <a:ext cx="3229050" cy="26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/>
          <p:nvPr>
            <p:ph type="ctrTitle"/>
          </p:nvPr>
        </p:nvSpPr>
        <p:spPr>
          <a:xfrm>
            <a:off x="331236" y="327446"/>
            <a:ext cx="5440500" cy="75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LED (</a:t>
            </a:r>
            <a:r>
              <a:rPr lang="en" sz="3000" u="sng"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" sz="3000">
                <a:latin typeface="Arial"/>
                <a:ea typeface="Arial"/>
                <a:cs typeface="Arial"/>
                <a:sym typeface="Arial"/>
              </a:rPr>
              <a:t>ight </a:t>
            </a:r>
            <a:r>
              <a:rPr lang="en" sz="3000" u="sng"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" sz="3000">
                <a:latin typeface="Arial"/>
                <a:ea typeface="Arial"/>
                <a:cs typeface="Arial"/>
                <a:sym typeface="Arial"/>
              </a:rPr>
              <a:t>mitting </a:t>
            </a:r>
            <a:r>
              <a:rPr lang="en" sz="3000" u="sng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" sz="3000">
                <a:latin typeface="Arial"/>
                <a:ea typeface="Arial"/>
                <a:cs typeface="Arial"/>
                <a:sym typeface="Arial"/>
              </a:rPr>
              <a:t>iode)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0" name="Google Shape;21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7300" y="189000"/>
            <a:ext cx="2873424" cy="18794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9"/>
          <p:cNvSpPr txBox="1"/>
          <p:nvPr/>
        </p:nvSpPr>
        <p:spPr>
          <a:xfrm>
            <a:off x="331225" y="1161637"/>
            <a:ext cx="5039400" cy="3258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-"/>
            </a:pPr>
            <a:r>
              <a:rPr lang="en" sz="2400">
                <a:solidFill>
                  <a:schemeClr val="lt1"/>
                </a:solidFill>
              </a:rPr>
              <a:t>Produces light with the movement of electrons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" sz="2400">
                <a:solidFill>
                  <a:schemeClr val="lt1"/>
                </a:solidFill>
              </a:rPr>
              <a:t>Diode Property: one direction </a:t>
            </a:r>
            <a:endParaRPr sz="2400">
              <a:solidFill>
                <a:schemeClr val="lt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Ex. one way street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" sz="2400">
                <a:solidFill>
                  <a:schemeClr val="lt1"/>
                </a:solidFill>
              </a:rPr>
              <a:t>Polarity: Positive long leg, negative short leg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-"/>
            </a:pPr>
            <a:r>
              <a:rPr lang="en" sz="2400">
                <a:solidFill>
                  <a:schemeClr val="lt1"/>
                </a:solidFill>
              </a:rPr>
              <a:t>Also requires specific voltage (may lead to damage!)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Proxima Nova"/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What We Are Building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/>
        </p:nvSpPr>
        <p:spPr>
          <a:xfrm>
            <a:off x="311700" y="1080550"/>
            <a:ext cx="8136451" cy="23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Proxima Nova Semibold"/>
              <a:buNone/>
            </a:pPr>
            <a:r>
              <a:rPr b="0" i="0" lang="en" sz="2400" u="none" cap="none" strike="noStrike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Battery (Chemical to Electrical) | 3 Volts</a:t>
            </a:r>
            <a:endParaRPr b="0" i="0" sz="2400" u="none" cap="none" strike="noStrike">
              <a:solidFill>
                <a:schemeClr val="l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Proxima Nova Semibold"/>
              <a:buNone/>
            </a:pPr>
            <a:r>
              <a:t/>
            </a:r>
            <a:endParaRPr sz="2400">
              <a:solidFill>
                <a:schemeClr val="l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LED (Electrical to Light) | 2 Volts with 15 mA</a:t>
            </a:r>
            <a:endParaRPr b="0" i="0" sz="2400" u="none" cap="none" strike="noStrike">
              <a:solidFill>
                <a:schemeClr val="l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4309241" y="2547400"/>
            <a:ext cx="3925609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But 3 Volts &gt; 2 Volts</a:t>
            </a:r>
            <a:endParaRPr b="1" i="0" sz="2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640900" y="3522425"/>
            <a:ext cx="69243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Proxima Nova Semibold"/>
              <a:buNone/>
            </a:pPr>
            <a:r>
              <a:rPr b="0" i="0" lang="en" sz="2400" u="none" cap="none" strike="noStrike">
                <a:solidFill>
                  <a:schemeClr val="lt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How can we fix this ? </a:t>
            </a:r>
            <a:endParaRPr b="0" i="0" sz="2400" u="none" cap="none" strike="noStrike">
              <a:solidFill>
                <a:schemeClr val="lt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2683650" y="2118450"/>
            <a:ext cx="37767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Resistance?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Resistance</a:t>
            </a:r>
            <a:endParaRPr/>
          </a:p>
        </p:txBody>
      </p:sp>
      <p:pic>
        <p:nvPicPr>
          <p:cNvPr descr="Teenage boys in school hallway (Provided by Getty Images)" id="231" name="Google Shape;23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299" y="1475188"/>
            <a:ext cx="3756001" cy="219312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 txBox="1"/>
          <p:nvPr>
            <p:ph idx="4294967295" type="subTitle"/>
          </p:nvPr>
        </p:nvSpPr>
        <p:spPr>
          <a:xfrm>
            <a:off x="596500" y="1272149"/>
            <a:ext cx="4406400" cy="3609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i="1" lang="en" sz="2400"/>
              <a:t>“Hinders the electric current in a circuit”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Arial"/>
              <a:buChar char="•"/>
            </a:pPr>
            <a:r>
              <a:rPr lang="en" sz="2400">
                <a:solidFill>
                  <a:schemeClr val="lt1"/>
                </a:solidFill>
              </a:rPr>
              <a:t>Higher Resistance = Higher Voltage Loss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862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" sz="2400">
                <a:solidFill>
                  <a:schemeClr val="lt1"/>
                </a:solidFill>
              </a:rPr>
              <a:t>Lower Resistance = Lower Voltage Loss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i="1"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i="1" sz="2400"/>
          </a:p>
        </p:txBody>
      </p:sp>
      <p:cxnSp>
        <p:nvCxnSpPr>
          <p:cNvPr id="233" name="Google Shape;233;p32"/>
          <p:cNvCxnSpPr/>
          <p:nvPr/>
        </p:nvCxnSpPr>
        <p:spPr>
          <a:xfrm flipH="1">
            <a:off x="371243" y="1272182"/>
            <a:ext cx="29700" cy="74610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1346850" y="2217000"/>
            <a:ext cx="6450300" cy="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much resistance do we need?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type="ctrTitle"/>
          </p:nvPr>
        </p:nvSpPr>
        <p:spPr>
          <a:xfrm>
            <a:off x="341156" y="400068"/>
            <a:ext cx="2747400" cy="7875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Ohm’s Law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4" name="Google Shape;244;p34"/>
          <p:cNvSpPr txBox="1"/>
          <p:nvPr>
            <p:ph idx="1" type="subTitle"/>
          </p:nvPr>
        </p:nvSpPr>
        <p:spPr>
          <a:xfrm>
            <a:off x="341150" y="1076251"/>
            <a:ext cx="4406400" cy="3690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Voltage = Current * Resistance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(1 V)= (15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A) * R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15 mA = 0.015 A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 = 1 V / 0.015 A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=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 = 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  <p:pic>
        <p:nvPicPr>
          <p:cNvPr id="245" name="Google Shape;2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3658" y="1331311"/>
            <a:ext cx="3756000" cy="25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4"/>
          <p:cNvSpPr txBox="1"/>
          <p:nvPr/>
        </p:nvSpPr>
        <p:spPr>
          <a:xfrm>
            <a:off x="1133320" y="2479245"/>
            <a:ext cx="118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1133323" y="3177384"/>
            <a:ext cx="1515300" cy="438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~70 ohms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1002850" y="4212450"/>
            <a:ext cx="364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Round up to 100 ohms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400" y="91575"/>
            <a:ext cx="5278350" cy="4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3741870" y="2575039"/>
            <a:ext cx="912300" cy="781200"/>
          </a:xfrm>
          <a:prstGeom prst="roundRect">
            <a:avLst>
              <a:gd fmla="val 16667" name="adj"/>
            </a:avLst>
          </a:pr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6713558" y="836023"/>
            <a:ext cx="833100" cy="781200"/>
          </a:xfrm>
          <a:prstGeom prst="roundRect">
            <a:avLst>
              <a:gd fmla="val 16667" name="adj"/>
            </a:avLst>
          </a:pr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6713558" y="1564464"/>
            <a:ext cx="833100" cy="781200"/>
          </a:xfrm>
          <a:prstGeom prst="roundRect">
            <a:avLst>
              <a:gd fmla="val 16667" name="adj"/>
            </a:avLst>
          </a:pr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7" name="Google Shape;257;p35"/>
          <p:cNvSpPr txBox="1"/>
          <p:nvPr/>
        </p:nvSpPr>
        <p:spPr>
          <a:xfrm>
            <a:off x="5014368" y="2850986"/>
            <a:ext cx="9789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LED</a:t>
            </a:r>
            <a:endParaRPr b="1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8" name="Google Shape;258;p35"/>
          <p:cNvSpPr/>
          <p:nvPr/>
        </p:nvSpPr>
        <p:spPr>
          <a:xfrm>
            <a:off x="2851327" y="795450"/>
            <a:ext cx="619800" cy="709500"/>
          </a:xfrm>
          <a:prstGeom prst="mathPlus">
            <a:avLst>
              <a:gd fmla="val 23520" name="adj1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2814839" y="3906587"/>
            <a:ext cx="693000" cy="305100"/>
          </a:xfrm>
          <a:prstGeom prst="mathMinus">
            <a:avLst>
              <a:gd fmla="val 23520" name="adj1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6591346" y="2407147"/>
            <a:ext cx="619800" cy="709500"/>
          </a:xfrm>
          <a:prstGeom prst="mathPlus">
            <a:avLst>
              <a:gd fmla="val 23520" name="adj1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6554859" y="3906587"/>
            <a:ext cx="693000" cy="3051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1872647" y="1782675"/>
            <a:ext cx="10884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900"/>
              <a:buFont typeface="Proxima Nova"/>
              <a:buNone/>
            </a:pPr>
            <a:r>
              <a:rPr b="1" i="0" lang="en" sz="2900" u="none" cap="none" strike="noStrike">
                <a:solidFill>
                  <a:srgbClr val="F1C515"/>
                </a:solidFill>
                <a:latin typeface="Proxima Nova"/>
                <a:ea typeface="Proxima Nova"/>
                <a:cs typeface="Proxima Nova"/>
                <a:sym typeface="Proxima Nova"/>
              </a:rPr>
              <a:t>3 V</a:t>
            </a:r>
            <a:endParaRPr b="1" i="0" sz="2900" u="none" cap="none" strike="noStrike">
              <a:solidFill>
                <a:srgbClr val="F1C51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7080900" y="2928375"/>
            <a:ext cx="9789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900"/>
              <a:buFont typeface="Proxima Nova"/>
              <a:buNone/>
            </a:pPr>
            <a:r>
              <a:rPr b="1" i="0" lang="en" sz="2900" u="none" cap="none" strike="noStrike">
                <a:solidFill>
                  <a:srgbClr val="F1C515"/>
                </a:solidFill>
                <a:latin typeface="Proxima Nova"/>
                <a:ea typeface="Proxima Nova"/>
                <a:cs typeface="Proxima Nova"/>
                <a:sym typeface="Proxima Nova"/>
              </a:rPr>
              <a:t>2 V</a:t>
            </a:r>
            <a:endParaRPr b="1" i="0" sz="2900" u="none" cap="none" strike="noStrike">
              <a:solidFill>
                <a:srgbClr val="F1C51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6961450" y="1377675"/>
            <a:ext cx="9123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515"/>
              </a:buClr>
              <a:buSzPts val="2900"/>
              <a:buFont typeface="Proxima Nova"/>
              <a:buNone/>
            </a:pPr>
            <a:r>
              <a:rPr b="1" lang="en" sz="2900">
                <a:solidFill>
                  <a:srgbClr val="F1C515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b="1" i="0" lang="en" sz="2900" u="none" cap="none" strike="noStrike">
                <a:solidFill>
                  <a:srgbClr val="F1C515"/>
                </a:solidFill>
                <a:latin typeface="Proxima Nova"/>
                <a:ea typeface="Proxima Nova"/>
                <a:cs typeface="Proxima Nova"/>
                <a:sym typeface="Proxima Nova"/>
              </a:rPr>
              <a:t> V</a:t>
            </a:r>
            <a:endParaRPr b="1" i="0" sz="2900" u="none" cap="none" strike="noStrike">
              <a:solidFill>
                <a:srgbClr val="F1C51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6008250" y="721800"/>
            <a:ext cx="22437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Resistor</a:t>
            </a:r>
            <a:endParaRPr b="1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6961453" y="2310824"/>
            <a:ext cx="497700" cy="393900"/>
          </a:xfrm>
          <a:prstGeom prst="roundRect">
            <a:avLst>
              <a:gd fmla="val 16667" name="adj"/>
            </a:avLst>
          </a:pr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6728405" y="2087174"/>
            <a:ext cx="345900" cy="393900"/>
          </a:xfrm>
          <a:prstGeom prst="roundRect">
            <a:avLst>
              <a:gd fmla="val 16667" name="adj"/>
            </a:avLst>
          </a:pr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2369100" y="1962600"/>
            <a:ext cx="4405800" cy="1218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building?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ctrTitle"/>
          </p:nvPr>
        </p:nvSpPr>
        <p:spPr>
          <a:xfrm>
            <a:off x="300656" y="619418"/>
            <a:ext cx="6487850" cy="7874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What is the unit for </a:t>
            </a:r>
            <a:r>
              <a:rPr b="1" i="1" lang="en" sz="3000">
                <a:latin typeface="Proxima Nova"/>
                <a:ea typeface="Proxima Nova"/>
                <a:cs typeface="Proxima Nova"/>
                <a:sym typeface="Proxima Nova"/>
              </a:rPr>
              <a:t>current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00657" y="1495865"/>
            <a:ext cx="4406400" cy="59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Amps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279" name="Google Shape;279;p37"/>
          <p:cNvSpPr txBox="1"/>
          <p:nvPr/>
        </p:nvSpPr>
        <p:spPr>
          <a:xfrm>
            <a:off x="1092820" y="2698595"/>
            <a:ext cx="11894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80" name="Google Shape;2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408" y="1789622"/>
            <a:ext cx="5246894" cy="2951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11700" y="386363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Arial"/>
              <a:buNone/>
            </a:pPr>
            <a:r>
              <a:rPr lang="en"/>
              <a:t>Materials</a:t>
            </a:r>
            <a:endParaRPr/>
          </a:p>
        </p:txBody>
      </p:sp>
      <p:sp>
        <p:nvSpPr>
          <p:cNvPr id="286" name="Google Shape;286;p38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2x Clear 5mm LEDs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2x 5mm LED Holder - Chrome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1x 100 Ohm resistors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1x 3V CR2032 battery and holder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1x Plastic container</a:t>
            </a:r>
            <a:endParaRPr sz="2400"/>
          </a:p>
        </p:txBody>
      </p:sp>
      <p:pic>
        <p:nvPicPr>
          <p:cNvPr id="287" name="Google Shape;287;p38"/>
          <p:cNvPicPr preferRelativeResize="0"/>
          <p:nvPr/>
        </p:nvPicPr>
        <p:blipFill rotWithShape="1">
          <a:blip r:embed="rId3">
            <a:alphaModFix/>
          </a:blip>
          <a:srcRect b="30638" l="12365" r="42487" t="31251"/>
          <a:stretch/>
        </p:blipFill>
        <p:spPr>
          <a:xfrm>
            <a:off x="4256804" y="3711301"/>
            <a:ext cx="792500" cy="89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8"/>
          <p:cNvPicPr preferRelativeResize="0"/>
          <p:nvPr/>
        </p:nvPicPr>
        <p:blipFill rotWithShape="1">
          <a:blip r:embed="rId4">
            <a:alphaModFix/>
          </a:blip>
          <a:srcRect b="30009" l="13460" r="32543" t="23636"/>
          <a:stretch/>
        </p:blipFill>
        <p:spPr>
          <a:xfrm>
            <a:off x="5266800" y="2952320"/>
            <a:ext cx="568051" cy="65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8"/>
          <p:cNvPicPr preferRelativeResize="0"/>
          <p:nvPr/>
        </p:nvPicPr>
        <p:blipFill rotWithShape="1">
          <a:blip r:embed="rId5">
            <a:alphaModFix/>
          </a:blip>
          <a:srcRect b="23224" l="0" r="0" t="31650"/>
          <a:stretch/>
        </p:blipFill>
        <p:spPr>
          <a:xfrm>
            <a:off x="5049301" y="1628150"/>
            <a:ext cx="709650" cy="42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71845" y="681950"/>
            <a:ext cx="709650" cy="9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8"/>
          <p:cNvPicPr preferRelativeResize="0"/>
          <p:nvPr/>
        </p:nvPicPr>
        <p:blipFill rotWithShape="1">
          <a:blip r:embed="rId7">
            <a:alphaModFix/>
          </a:blip>
          <a:srcRect b="25530" l="23615" r="42500" t="24151"/>
          <a:stretch/>
        </p:blipFill>
        <p:spPr>
          <a:xfrm rot="5400000">
            <a:off x="3943932" y="2078284"/>
            <a:ext cx="891976" cy="986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685346" y="457200"/>
            <a:ext cx="7765200" cy="72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breadboard work?</a:t>
            </a:r>
            <a:endParaRPr/>
          </a:p>
        </p:txBody>
      </p:sp>
      <p:sp>
        <p:nvSpPr>
          <p:cNvPr id="297" name="Google Shape;297;p39"/>
          <p:cNvSpPr txBox="1"/>
          <p:nvPr/>
        </p:nvSpPr>
        <p:spPr>
          <a:xfrm>
            <a:off x="530650" y="1635475"/>
            <a:ext cx="36738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A typical breadboard (front)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98" name="Google Shape;29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350" y="2251950"/>
            <a:ext cx="3519055" cy="24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 rotWithShape="1">
          <a:blip r:embed="rId4">
            <a:alphaModFix/>
          </a:blip>
          <a:srcRect b="10258" l="0" r="37562" t="16673"/>
          <a:stretch/>
        </p:blipFill>
        <p:spPr>
          <a:xfrm>
            <a:off x="4931500" y="2251950"/>
            <a:ext cx="3519052" cy="24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9"/>
          <p:cNvSpPr txBox="1"/>
          <p:nvPr/>
        </p:nvSpPr>
        <p:spPr>
          <a:xfrm>
            <a:off x="4718300" y="1635475"/>
            <a:ext cx="35190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A typical breadboard (back)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63000"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/>
        </p:nvSpPr>
        <p:spPr>
          <a:xfrm>
            <a:off x="308695" y="228939"/>
            <a:ext cx="36438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" sz="3000">
                <a:solidFill>
                  <a:schemeClr val="dk1"/>
                </a:solidFill>
              </a:rPr>
              <a:t>Our Breadboard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40"/>
          <p:cNvGrpSpPr/>
          <p:nvPr/>
        </p:nvGrpSpPr>
        <p:grpSpPr>
          <a:xfrm>
            <a:off x="3166701" y="1006225"/>
            <a:ext cx="4342844" cy="3969814"/>
            <a:chOff x="3166701" y="1006225"/>
            <a:chExt cx="4342844" cy="3969814"/>
          </a:xfrm>
        </p:grpSpPr>
        <p:grpSp>
          <p:nvGrpSpPr>
            <p:cNvPr id="307" name="Google Shape;307;p40"/>
            <p:cNvGrpSpPr/>
            <p:nvPr/>
          </p:nvGrpSpPr>
          <p:grpSpPr>
            <a:xfrm>
              <a:off x="3166701" y="1006225"/>
              <a:ext cx="2810595" cy="3750784"/>
              <a:chOff x="1845450" y="246225"/>
              <a:chExt cx="3788375" cy="5089950"/>
            </a:xfrm>
          </p:grpSpPr>
          <p:sp>
            <p:nvSpPr>
              <p:cNvPr id="308" name="Google Shape;308;p40"/>
              <p:cNvSpPr/>
              <p:nvPr/>
            </p:nvSpPr>
            <p:spPr>
              <a:xfrm>
                <a:off x="2394750" y="246225"/>
                <a:ext cx="2689750" cy="5089950"/>
              </a:xfrm>
              <a:custGeom>
                <a:rect b="b" l="l" r="r" t="t"/>
                <a:pathLst>
                  <a:path extrusionOk="0" h="203598" w="107590">
                    <a:moveTo>
                      <a:pt x="1" y="1"/>
                    </a:moveTo>
                    <a:lnTo>
                      <a:pt x="1" y="203598"/>
                    </a:lnTo>
                    <a:lnTo>
                      <a:pt x="107590" y="203598"/>
                    </a:lnTo>
                    <a:lnTo>
                      <a:pt x="107590" y="1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09" name="Google Shape;309;p40"/>
              <p:cNvSpPr/>
              <p:nvPr/>
            </p:nvSpPr>
            <p:spPr>
              <a:xfrm>
                <a:off x="1845450" y="660250"/>
                <a:ext cx="3788375" cy="3788375"/>
              </a:xfrm>
              <a:custGeom>
                <a:rect b="b" l="l" r="r" t="t"/>
                <a:pathLst>
                  <a:path extrusionOk="0" h="151535" w="151535">
                    <a:moveTo>
                      <a:pt x="0" y="0"/>
                    </a:moveTo>
                    <a:lnTo>
                      <a:pt x="0" y="151534"/>
                    </a:lnTo>
                    <a:lnTo>
                      <a:pt x="151534" y="151534"/>
                    </a:lnTo>
                    <a:lnTo>
                      <a:pt x="151534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0" name="Google Shape;310;p40"/>
              <p:cNvSpPr/>
              <p:nvPr/>
            </p:nvSpPr>
            <p:spPr>
              <a:xfrm>
                <a:off x="2083575" y="974125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0" y="4222"/>
                      <a:pt x="0" y="9418"/>
                    </a:cubicBezTo>
                    <a:cubicBezTo>
                      <a:pt x="0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418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1" name="Google Shape;311;p40"/>
              <p:cNvSpPr/>
              <p:nvPr/>
            </p:nvSpPr>
            <p:spPr>
              <a:xfrm>
                <a:off x="2860175" y="974125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526" y="1"/>
                    </a:moveTo>
                    <a:cubicBezTo>
                      <a:pt x="4222" y="1"/>
                      <a:pt x="1" y="4222"/>
                      <a:pt x="1" y="9418"/>
                    </a:cubicBezTo>
                    <a:cubicBezTo>
                      <a:pt x="1" y="14721"/>
                      <a:pt x="4222" y="18943"/>
                      <a:pt x="9526" y="18943"/>
                    </a:cubicBezTo>
                    <a:cubicBezTo>
                      <a:pt x="14721" y="18943"/>
                      <a:pt x="18943" y="14721"/>
                      <a:pt x="18943" y="9418"/>
                    </a:cubicBezTo>
                    <a:cubicBezTo>
                      <a:pt x="18943" y="4222"/>
                      <a:pt x="14721" y="1"/>
                      <a:pt x="95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2" name="Google Shape;312;p40"/>
              <p:cNvSpPr/>
              <p:nvPr/>
            </p:nvSpPr>
            <p:spPr>
              <a:xfrm>
                <a:off x="3504200" y="974125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418"/>
                    </a:cubicBezTo>
                    <a:cubicBezTo>
                      <a:pt x="1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418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3" name="Google Shape;313;p40"/>
              <p:cNvSpPr/>
              <p:nvPr/>
            </p:nvSpPr>
            <p:spPr>
              <a:xfrm>
                <a:off x="4145525" y="974125"/>
                <a:ext cx="473550" cy="473575"/>
              </a:xfrm>
              <a:custGeom>
                <a:rect b="b" l="l" r="r" t="t"/>
                <a:pathLst>
                  <a:path extrusionOk="0" h="18943" w="18942">
                    <a:moveTo>
                      <a:pt x="9525" y="1"/>
                    </a:moveTo>
                    <a:cubicBezTo>
                      <a:pt x="4221" y="1"/>
                      <a:pt x="0" y="4222"/>
                      <a:pt x="0" y="9418"/>
                    </a:cubicBezTo>
                    <a:cubicBezTo>
                      <a:pt x="0" y="14721"/>
                      <a:pt x="4221" y="18943"/>
                      <a:pt x="9525" y="18943"/>
                    </a:cubicBezTo>
                    <a:cubicBezTo>
                      <a:pt x="14720" y="18943"/>
                      <a:pt x="18942" y="14721"/>
                      <a:pt x="18942" y="9418"/>
                    </a:cubicBezTo>
                    <a:cubicBezTo>
                      <a:pt x="18942" y="4222"/>
                      <a:pt x="14720" y="1"/>
                      <a:pt x="95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4" name="Google Shape;314;p40"/>
              <p:cNvSpPr/>
              <p:nvPr/>
            </p:nvSpPr>
            <p:spPr>
              <a:xfrm>
                <a:off x="4924825" y="974125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418"/>
                    </a:cubicBezTo>
                    <a:cubicBezTo>
                      <a:pt x="1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418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5" name="Google Shape;315;p40"/>
              <p:cNvSpPr/>
              <p:nvPr/>
            </p:nvSpPr>
            <p:spPr>
              <a:xfrm>
                <a:off x="2083575" y="16425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0" y="4222"/>
                      <a:pt x="0" y="9418"/>
                    </a:cubicBezTo>
                    <a:cubicBezTo>
                      <a:pt x="0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418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6" name="Google Shape;316;p40"/>
              <p:cNvSpPr/>
              <p:nvPr/>
            </p:nvSpPr>
            <p:spPr>
              <a:xfrm>
                <a:off x="2860175" y="16425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526" y="1"/>
                    </a:moveTo>
                    <a:cubicBezTo>
                      <a:pt x="4222" y="1"/>
                      <a:pt x="1" y="4222"/>
                      <a:pt x="1" y="9418"/>
                    </a:cubicBezTo>
                    <a:cubicBezTo>
                      <a:pt x="1" y="14721"/>
                      <a:pt x="4222" y="18943"/>
                      <a:pt x="9526" y="18943"/>
                    </a:cubicBezTo>
                    <a:cubicBezTo>
                      <a:pt x="14721" y="18943"/>
                      <a:pt x="18943" y="14721"/>
                      <a:pt x="18943" y="9418"/>
                    </a:cubicBezTo>
                    <a:cubicBezTo>
                      <a:pt x="18943" y="4222"/>
                      <a:pt x="14721" y="1"/>
                      <a:pt x="95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7" name="Google Shape;317;p40"/>
              <p:cNvSpPr/>
              <p:nvPr/>
            </p:nvSpPr>
            <p:spPr>
              <a:xfrm>
                <a:off x="3504200" y="16425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418"/>
                    </a:cubicBezTo>
                    <a:cubicBezTo>
                      <a:pt x="1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418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8" name="Google Shape;318;p40"/>
              <p:cNvSpPr/>
              <p:nvPr/>
            </p:nvSpPr>
            <p:spPr>
              <a:xfrm>
                <a:off x="4145525" y="1642500"/>
                <a:ext cx="473550" cy="473575"/>
              </a:xfrm>
              <a:custGeom>
                <a:rect b="b" l="l" r="r" t="t"/>
                <a:pathLst>
                  <a:path extrusionOk="0" h="18943" w="18942">
                    <a:moveTo>
                      <a:pt x="9525" y="1"/>
                    </a:moveTo>
                    <a:cubicBezTo>
                      <a:pt x="4221" y="1"/>
                      <a:pt x="0" y="4222"/>
                      <a:pt x="0" y="9418"/>
                    </a:cubicBezTo>
                    <a:cubicBezTo>
                      <a:pt x="0" y="14721"/>
                      <a:pt x="4221" y="18943"/>
                      <a:pt x="9525" y="18943"/>
                    </a:cubicBezTo>
                    <a:cubicBezTo>
                      <a:pt x="14720" y="18943"/>
                      <a:pt x="18942" y="14721"/>
                      <a:pt x="18942" y="9418"/>
                    </a:cubicBezTo>
                    <a:cubicBezTo>
                      <a:pt x="18942" y="4222"/>
                      <a:pt x="14720" y="1"/>
                      <a:pt x="95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19" name="Google Shape;319;p40"/>
              <p:cNvSpPr/>
              <p:nvPr/>
            </p:nvSpPr>
            <p:spPr>
              <a:xfrm>
                <a:off x="4924825" y="16425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418"/>
                    </a:cubicBezTo>
                    <a:cubicBezTo>
                      <a:pt x="1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418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0" name="Google Shape;320;p40"/>
              <p:cNvSpPr/>
              <p:nvPr/>
            </p:nvSpPr>
            <p:spPr>
              <a:xfrm>
                <a:off x="2083575" y="23190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0" y="4222"/>
                      <a:pt x="0" y="9417"/>
                    </a:cubicBezTo>
                    <a:cubicBezTo>
                      <a:pt x="0" y="14721"/>
                      <a:pt x="4222" y="18942"/>
                      <a:pt x="9417" y="18942"/>
                    </a:cubicBezTo>
                    <a:cubicBezTo>
                      <a:pt x="14721" y="18942"/>
                      <a:pt x="18942" y="14721"/>
                      <a:pt x="18942" y="9417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1" name="Google Shape;321;p40"/>
              <p:cNvSpPr/>
              <p:nvPr/>
            </p:nvSpPr>
            <p:spPr>
              <a:xfrm>
                <a:off x="2860175" y="23190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526" y="1"/>
                    </a:moveTo>
                    <a:cubicBezTo>
                      <a:pt x="4222" y="1"/>
                      <a:pt x="1" y="4222"/>
                      <a:pt x="1" y="9417"/>
                    </a:cubicBezTo>
                    <a:cubicBezTo>
                      <a:pt x="1" y="14721"/>
                      <a:pt x="4222" y="18942"/>
                      <a:pt x="9526" y="18942"/>
                    </a:cubicBezTo>
                    <a:cubicBezTo>
                      <a:pt x="14721" y="18942"/>
                      <a:pt x="18943" y="14721"/>
                      <a:pt x="18943" y="9417"/>
                    </a:cubicBezTo>
                    <a:cubicBezTo>
                      <a:pt x="18943" y="4222"/>
                      <a:pt x="14721" y="1"/>
                      <a:pt x="95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2" name="Google Shape;322;p40"/>
              <p:cNvSpPr/>
              <p:nvPr/>
            </p:nvSpPr>
            <p:spPr>
              <a:xfrm>
                <a:off x="3504200" y="23190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417"/>
                    </a:cubicBezTo>
                    <a:cubicBezTo>
                      <a:pt x="1" y="14721"/>
                      <a:pt x="4222" y="18942"/>
                      <a:pt x="9417" y="18942"/>
                    </a:cubicBezTo>
                    <a:cubicBezTo>
                      <a:pt x="14721" y="18942"/>
                      <a:pt x="18942" y="14721"/>
                      <a:pt x="18942" y="9417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3" name="Google Shape;323;p40"/>
              <p:cNvSpPr/>
              <p:nvPr/>
            </p:nvSpPr>
            <p:spPr>
              <a:xfrm>
                <a:off x="4145525" y="2319000"/>
                <a:ext cx="473550" cy="473575"/>
              </a:xfrm>
              <a:custGeom>
                <a:rect b="b" l="l" r="r" t="t"/>
                <a:pathLst>
                  <a:path extrusionOk="0" h="18943" w="18942">
                    <a:moveTo>
                      <a:pt x="9525" y="1"/>
                    </a:moveTo>
                    <a:cubicBezTo>
                      <a:pt x="4221" y="1"/>
                      <a:pt x="0" y="4222"/>
                      <a:pt x="0" y="9417"/>
                    </a:cubicBezTo>
                    <a:cubicBezTo>
                      <a:pt x="0" y="14721"/>
                      <a:pt x="4221" y="18942"/>
                      <a:pt x="9525" y="18942"/>
                    </a:cubicBezTo>
                    <a:cubicBezTo>
                      <a:pt x="14720" y="18942"/>
                      <a:pt x="18942" y="14721"/>
                      <a:pt x="18942" y="9417"/>
                    </a:cubicBezTo>
                    <a:cubicBezTo>
                      <a:pt x="18942" y="4222"/>
                      <a:pt x="14720" y="1"/>
                      <a:pt x="95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4" name="Google Shape;324;p40"/>
              <p:cNvSpPr/>
              <p:nvPr/>
            </p:nvSpPr>
            <p:spPr>
              <a:xfrm>
                <a:off x="4924825" y="231900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417"/>
                    </a:cubicBezTo>
                    <a:cubicBezTo>
                      <a:pt x="1" y="14721"/>
                      <a:pt x="4222" y="18942"/>
                      <a:pt x="9417" y="18942"/>
                    </a:cubicBezTo>
                    <a:cubicBezTo>
                      <a:pt x="14721" y="18942"/>
                      <a:pt x="18942" y="14721"/>
                      <a:pt x="18942" y="9417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5" name="Google Shape;325;p40"/>
              <p:cNvSpPr/>
              <p:nvPr/>
            </p:nvSpPr>
            <p:spPr>
              <a:xfrm>
                <a:off x="2083575" y="2927850"/>
                <a:ext cx="473575" cy="473550"/>
              </a:xfrm>
              <a:custGeom>
                <a:rect b="b" l="l" r="r" t="t"/>
                <a:pathLst>
                  <a:path extrusionOk="0" h="18942" w="18943">
                    <a:moveTo>
                      <a:pt x="9417" y="0"/>
                    </a:moveTo>
                    <a:cubicBezTo>
                      <a:pt x="4222" y="0"/>
                      <a:pt x="0" y="4222"/>
                      <a:pt x="0" y="9417"/>
                    </a:cubicBezTo>
                    <a:cubicBezTo>
                      <a:pt x="0" y="14721"/>
                      <a:pt x="4222" y="18942"/>
                      <a:pt x="9417" y="18942"/>
                    </a:cubicBezTo>
                    <a:cubicBezTo>
                      <a:pt x="14721" y="18942"/>
                      <a:pt x="18942" y="14721"/>
                      <a:pt x="18942" y="9417"/>
                    </a:cubicBezTo>
                    <a:cubicBezTo>
                      <a:pt x="18942" y="4222"/>
                      <a:pt x="14721" y="0"/>
                      <a:pt x="9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6" name="Google Shape;326;p40"/>
              <p:cNvSpPr/>
              <p:nvPr/>
            </p:nvSpPr>
            <p:spPr>
              <a:xfrm>
                <a:off x="2860175" y="2927850"/>
                <a:ext cx="473575" cy="473550"/>
              </a:xfrm>
              <a:custGeom>
                <a:rect b="b" l="l" r="r" t="t"/>
                <a:pathLst>
                  <a:path extrusionOk="0" h="18942" w="18943">
                    <a:moveTo>
                      <a:pt x="9526" y="0"/>
                    </a:moveTo>
                    <a:cubicBezTo>
                      <a:pt x="4222" y="0"/>
                      <a:pt x="1" y="4222"/>
                      <a:pt x="1" y="9417"/>
                    </a:cubicBezTo>
                    <a:cubicBezTo>
                      <a:pt x="1" y="14721"/>
                      <a:pt x="4222" y="18942"/>
                      <a:pt x="9526" y="18942"/>
                    </a:cubicBezTo>
                    <a:cubicBezTo>
                      <a:pt x="14721" y="18942"/>
                      <a:pt x="18943" y="14721"/>
                      <a:pt x="18943" y="9417"/>
                    </a:cubicBezTo>
                    <a:cubicBezTo>
                      <a:pt x="18943" y="4222"/>
                      <a:pt x="14721" y="0"/>
                      <a:pt x="95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7" name="Google Shape;327;p40"/>
              <p:cNvSpPr/>
              <p:nvPr/>
            </p:nvSpPr>
            <p:spPr>
              <a:xfrm>
                <a:off x="3504200" y="2927850"/>
                <a:ext cx="473575" cy="473550"/>
              </a:xfrm>
              <a:custGeom>
                <a:rect b="b" l="l" r="r" t="t"/>
                <a:pathLst>
                  <a:path extrusionOk="0" h="18942" w="18943">
                    <a:moveTo>
                      <a:pt x="9417" y="0"/>
                    </a:moveTo>
                    <a:cubicBezTo>
                      <a:pt x="4222" y="0"/>
                      <a:pt x="1" y="4222"/>
                      <a:pt x="1" y="9417"/>
                    </a:cubicBezTo>
                    <a:cubicBezTo>
                      <a:pt x="1" y="14721"/>
                      <a:pt x="4222" y="18942"/>
                      <a:pt x="9417" y="18942"/>
                    </a:cubicBezTo>
                    <a:cubicBezTo>
                      <a:pt x="14721" y="18942"/>
                      <a:pt x="18942" y="14721"/>
                      <a:pt x="18942" y="9417"/>
                    </a:cubicBezTo>
                    <a:cubicBezTo>
                      <a:pt x="18942" y="4222"/>
                      <a:pt x="14721" y="0"/>
                      <a:pt x="9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8" name="Google Shape;328;p40"/>
              <p:cNvSpPr/>
              <p:nvPr/>
            </p:nvSpPr>
            <p:spPr>
              <a:xfrm>
                <a:off x="4145525" y="2927850"/>
                <a:ext cx="473550" cy="473550"/>
              </a:xfrm>
              <a:custGeom>
                <a:rect b="b" l="l" r="r" t="t"/>
                <a:pathLst>
                  <a:path extrusionOk="0" h="18942" w="18942">
                    <a:moveTo>
                      <a:pt x="9525" y="0"/>
                    </a:moveTo>
                    <a:cubicBezTo>
                      <a:pt x="4221" y="0"/>
                      <a:pt x="0" y="4222"/>
                      <a:pt x="0" y="9417"/>
                    </a:cubicBezTo>
                    <a:cubicBezTo>
                      <a:pt x="0" y="14721"/>
                      <a:pt x="4221" y="18942"/>
                      <a:pt x="9525" y="18942"/>
                    </a:cubicBezTo>
                    <a:cubicBezTo>
                      <a:pt x="14720" y="18942"/>
                      <a:pt x="18942" y="14721"/>
                      <a:pt x="18942" y="9417"/>
                    </a:cubicBezTo>
                    <a:cubicBezTo>
                      <a:pt x="18942" y="4222"/>
                      <a:pt x="14720" y="0"/>
                      <a:pt x="95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29" name="Google Shape;329;p40"/>
              <p:cNvSpPr/>
              <p:nvPr/>
            </p:nvSpPr>
            <p:spPr>
              <a:xfrm>
                <a:off x="4924825" y="2927850"/>
                <a:ext cx="473575" cy="473550"/>
              </a:xfrm>
              <a:custGeom>
                <a:rect b="b" l="l" r="r" t="t"/>
                <a:pathLst>
                  <a:path extrusionOk="0" h="18942" w="18943">
                    <a:moveTo>
                      <a:pt x="9417" y="0"/>
                    </a:moveTo>
                    <a:cubicBezTo>
                      <a:pt x="4222" y="0"/>
                      <a:pt x="1" y="4222"/>
                      <a:pt x="1" y="9417"/>
                    </a:cubicBezTo>
                    <a:cubicBezTo>
                      <a:pt x="1" y="14721"/>
                      <a:pt x="4222" y="18942"/>
                      <a:pt x="9417" y="18942"/>
                    </a:cubicBezTo>
                    <a:cubicBezTo>
                      <a:pt x="14721" y="18942"/>
                      <a:pt x="18942" y="14721"/>
                      <a:pt x="18942" y="9417"/>
                    </a:cubicBezTo>
                    <a:cubicBezTo>
                      <a:pt x="18942" y="4222"/>
                      <a:pt x="14721" y="0"/>
                      <a:pt x="9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0" name="Google Shape;330;p40"/>
              <p:cNvSpPr/>
              <p:nvPr/>
            </p:nvSpPr>
            <p:spPr>
              <a:xfrm>
                <a:off x="2083575" y="356915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0" y="4222"/>
                      <a:pt x="0" y="9526"/>
                    </a:cubicBezTo>
                    <a:cubicBezTo>
                      <a:pt x="0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526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1" name="Google Shape;331;p40"/>
              <p:cNvSpPr/>
              <p:nvPr/>
            </p:nvSpPr>
            <p:spPr>
              <a:xfrm>
                <a:off x="2860175" y="356915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526" y="1"/>
                    </a:moveTo>
                    <a:cubicBezTo>
                      <a:pt x="4222" y="1"/>
                      <a:pt x="1" y="4222"/>
                      <a:pt x="1" y="9526"/>
                    </a:cubicBezTo>
                    <a:cubicBezTo>
                      <a:pt x="1" y="14721"/>
                      <a:pt x="4222" y="18943"/>
                      <a:pt x="9526" y="18943"/>
                    </a:cubicBezTo>
                    <a:cubicBezTo>
                      <a:pt x="14721" y="18943"/>
                      <a:pt x="18943" y="14721"/>
                      <a:pt x="18943" y="9526"/>
                    </a:cubicBezTo>
                    <a:cubicBezTo>
                      <a:pt x="18943" y="4222"/>
                      <a:pt x="14721" y="1"/>
                      <a:pt x="95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2" name="Google Shape;332;p40"/>
              <p:cNvSpPr/>
              <p:nvPr/>
            </p:nvSpPr>
            <p:spPr>
              <a:xfrm>
                <a:off x="3504200" y="356915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526"/>
                    </a:cubicBezTo>
                    <a:cubicBezTo>
                      <a:pt x="1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526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3" name="Google Shape;333;p40"/>
              <p:cNvSpPr/>
              <p:nvPr/>
            </p:nvSpPr>
            <p:spPr>
              <a:xfrm>
                <a:off x="4145525" y="3569150"/>
                <a:ext cx="473550" cy="473575"/>
              </a:xfrm>
              <a:custGeom>
                <a:rect b="b" l="l" r="r" t="t"/>
                <a:pathLst>
                  <a:path extrusionOk="0" h="18943" w="18942">
                    <a:moveTo>
                      <a:pt x="9525" y="1"/>
                    </a:moveTo>
                    <a:cubicBezTo>
                      <a:pt x="4221" y="1"/>
                      <a:pt x="0" y="4222"/>
                      <a:pt x="0" y="9526"/>
                    </a:cubicBezTo>
                    <a:cubicBezTo>
                      <a:pt x="0" y="14721"/>
                      <a:pt x="4221" y="18943"/>
                      <a:pt x="9525" y="18943"/>
                    </a:cubicBezTo>
                    <a:cubicBezTo>
                      <a:pt x="14720" y="18943"/>
                      <a:pt x="18942" y="14721"/>
                      <a:pt x="18942" y="9526"/>
                    </a:cubicBezTo>
                    <a:cubicBezTo>
                      <a:pt x="18942" y="4222"/>
                      <a:pt x="14720" y="1"/>
                      <a:pt x="95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4" name="Google Shape;334;p40"/>
              <p:cNvSpPr/>
              <p:nvPr/>
            </p:nvSpPr>
            <p:spPr>
              <a:xfrm>
                <a:off x="4924825" y="3569150"/>
                <a:ext cx="473575" cy="473575"/>
              </a:xfrm>
              <a:custGeom>
                <a:rect b="b" l="l" r="r" t="t"/>
                <a:pathLst>
                  <a:path extrusionOk="0" h="18943" w="18943">
                    <a:moveTo>
                      <a:pt x="9417" y="1"/>
                    </a:moveTo>
                    <a:cubicBezTo>
                      <a:pt x="4222" y="1"/>
                      <a:pt x="1" y="4222"/>
                      <a:pt x="1" y="9526"/>
                    </a:cubicBezTo>
                    <a:cubicBezTo>
                      <a:pt x="1" y="14721"/>
                      <a:pt x="4222" y="18943"/>
                      <a:pt x="9417" y="18943"/>
                    </a:cubicBezTo>
                    <a:cubicBezTo>
                      <a:pt x="14721" y="18943"/>
                      <a:pt x="18942" y="14721"/>
                      <a:pt x="18942" y="9526"/>
                    </a:cubicBezTo>
                    <a:cubicBezTo>
                      <a:pt x="18942" y="4222"/>
                      <a:pt x="14721" y="1"/>
                      <a:pt x="94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35175">
                <a:solidFill>
                  <a:srgbClr val="000000"/>
                </a:solidFill>
                <a:prstDash val="solid"/>
                <a:miter lim="108238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5" name="Google Shape;335;p40"/>
              <p:cNvSpPr/>
              <p:nvPr/>
            </p:nvSpPr>
            <p:spPr>
              <a:xfrm>
                <a:off x="2651825" y="833425"/>
                <a:ext cx="37900" cy="3444725"/>
              </a:xfrm>
              <a:custGeom>
                <a:rect b="b" l="l" r="r" t="t"/>
                <a:pathLst>
                  <a:path extrusionOk="0" h="137789" w="1516">
                    <a:moveTo>
                      <a:pt x="217" y="1"/>
                    </a:moveTo>
                    <a:cubicBezTo>
                      <a:pt x="109" y="1"/>
                      <a:pt x="0" y="1"/>
                      <a:pt x="0" y="217"/>
                    </a:cubicBezTo>
                    <a:lnTo>
                      <a:pt x="0" y="137572"/>
                    </a:lnTo>
                    <a:cubicBezTo>
                      <a:pt x="0" y="137680"/>
                      <a:pt x="109" y="137788"/>
                      <a:pt x="217" y="137788"/>
                    </a:cubicBezTo>
                    <a:lnTo>
                      <a:pt x="1299" y="137788"/>
                    </a:lnTo>
                    <a:cubicBezTo>
                      <a:pt x="1408" y="137788"/>
                      <a:pt x="1516" y="137680"/>
                      <a:pt x="1516" y="137572"/>
                    </a:cubicBezTo>
                    <a:lnTo>
                      <a:pt x="1516" y="217"/>
                    </a:lnTo>
                    <a:cubicBezTo>
                      <a:pt x="1516" y="1"/>
                      <a:pt x="1408" y="1"/>
                      <a:pt x="1299" y="1"/>
                    </a:cubicBezTo>
                    <a:close/>
                  </a:path>
                </a:pathLst>
              </a:custGeom>
              <a:solidFill>
                <a:srgbClr val="1615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336" name="Google Shape;336;p40"/>
              <p:cNvSpPr/>
              <p:nvPr/>
            </p:nvSpPr>
            <p:spPr>
              <a:xfrm>
                <a:off x="4732700" y="833425"/>
                <a:ext cx="40625" cy="3444725"/>
              </a:xfrm>
              <a:custGeom>
                <a:rect b="b" l="l" r="r" t="t"/>
                <a:pathLst>
                  <a:path extrusionOk="0" h="137789" w="1625">
                    <a:moveTo>
                      <a:pt x="217" y="1"/>
                    </a:moveTo>
                    <a:cubicBezTo>
                      <a:pt x="109" y="1"/>
                      <a:pt x="1" y="109"/>
                      <a:pt x="1" y="217"/>
                    </a:cubicBezTo>
                    <a:lnTo>
                      <a:pt x="1" y="137572"/>
                    </a:lnTo>
                    <a:cubicBezTo>
                      <a:pt x="1" y="137680"/>
                      <a:pt x="109" y="137788"/>
                      <a:pt x="217" y="137788"/>
                    </a:cubicBezTo>
                    <a:lnTo>
                      <a:pt x="1408" y="137788"/>
                    </a:lnTo>
                    <a:cubicBezTo>
                      <a:pt x="1516" y="137788"/>
                      <a:pt x="1624" y="137680"/>
                      <a:pt x="1624" y="137572"/>
                    </a:cubicBezTo>
                    <a:lnTo>
                      <a:pt x="1624" y="217"/>
                    </a:lnTo>
                    <a:cubicBezTo>
                      <a:pt x="1624" y="109"/>
                      <a:pt x="1516" y="1"/>
                      <a:pt x="1408" y="1"/>
                    </a:cubicBezTo>
                    <a:close/>
                  </a:path>
                </a:pathLst>
              </a:custGeom>
              <a:solidFill>
                <a:srgbClr val="16151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337" name="Google Shape;337;p40"/>
            <p:cNvSpPr txBox="1"/>
            <p:nvPr/>
          </p:nvSpPr>
          <p:spPr>
            <a:xfrm>
              <a:off x="3865745" y="4092839"/>
              <a:ext cx="3643800" cy="8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b="1" lang="en" sz="3000">
                  <a:solidFill>
                    <a:schemeClr val="dk1"/>
                  </a:solidFill>
                </a:rPr>
                <a:t>1	2	3</a:t>
              </a:r>
              <a:endPara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" name="Google Shape;338;p40"/>
          <p:cNvSpPr/>
          <p:nvPr/>
        </p:nvSpPr>
        <p:spPr>
          <a:xfrm>
            <a:off x="3214675" y="1446600"/>
            <a:ext cx="540648" cy="2527902"/>
          </a:xfrm>
          <a:prstGeom prst="flowChartTerminator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0"/>
          <p:cNvSpPr/>
          <p:nvPr/>
        </p:nvSpPr>
        <p:spPr>
          <a:xfrm>
            <a:off x="3865750" y="1446600"/>
            <a:ext cx="444852" cy="2527902"/>
          </a:xfrm>
          <a:prstGeom prst="flowChartTerminator">
            <a:avLst/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0"/>
          <p:cNvSpPr/>
          <p:nvPr/>
        </p:nvSpPr>
        <p:spPr>
          <a:xfrm>
            <a:off x="4349575" y="1446600"/>
            <a:ext cx="444852" cy="2527902"/>
          </a:xfrm>
          <a:prstGeom prst="flowChartTerminator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0"/>
          <p:cNvSpPr/>
          <p:nvPr/>
        </p:nvSpPr>
        <p:spPr>
          <a:xfrm>
            <a:off x="4833400" y="1446600"/>
            <a:ext cx="444852" cy="2527902"/>
          </a:xfrm>
          <a:prstGeom prst="flowChartTerminator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0"/>
          <p:cNvSpPr/>
          <p:nvPr/>
        </p:nvSpPr>
        <p:spPr>
          <a:xfrm>
            <a:off x="5388675" y="1446600"/>
            <a:ext cx="540648" cy="2527902"/>
          </a:xfrm>
          <a:prstGeom prst="flowChartTerminator">
            <a:avLst/>
          </a:prstGeom>
          <a:noFill/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 txBox="1"/>
          <p:nvPr>
            <p:ph type="title"/>
          </p:nvPr>
        </p:nvSpPr>
        <p:spPr>
          <a:xfrm>
            <a:off x="2397755" y="2164331"/>
            <a:ext cx="21741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</a:pPr>
            <a:r>
              <a:rPr lang="en">
                <a:solidFill>
                  <a:srgbClr val="CBB968"/>
                </a:solidFill>
                <a:latin typeface="Arial"/>
                <a:ea typeface="Arial"/>
                <a:cs typeface="Arial"/>
                <a:sym typeface="Arial"/>
              </a:rPr>
              <a:t>Let’s </a:t>
            </a:r>
            <a:r>
              <a:rPr lang="en"/>
              <a:t>M</a:t>
            </a:r>
            <a:r>
              <a:rPr lang="en">
                <a:solidFill>
                  <a:srgbClr val="CBB968"/>
                </a:solidFill>
                <a:latin typeface="Arial"/>
                <a:ea typeface="Arial"/>
                <a:cs typeface="Arial"/>
                <a:sym typeface="Arial"/>
              </a:rPr>
              <a:t>ake Flashlights!</a:t>
            </a:r>
            <a:endParaRPr/>
          </a:p>
        </p:txBody>
      </p:sp>
      <p:sp>
        <p:nvSpPr>
          <p:cNvPr id="348" name="Google Shape;348;p41"/>
          <p:cNvSpPr/>
          <p:nvPr/>
        </p:nvSpPr>
        <p:spPr>
          <a:xfrm>
            <a:off x="497550" y="479400"/>
            <a:ext cx="8148900" cy="4184700"/>
          </a:xfrm>
          <a:prstGeom prst="rect">
            <a:avLst/>
          </a:prstGeom>
          <a:noFill/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349" name="Google Shape;349;p41" title="cat-cut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000" y="1524000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/>
          <p:nvPr/>
        </p:nvSpPr>
        <p:spPr>
          <a:xfrm>
            <a:off x="530530" y="179754"/>
            <a:ext cx="8115919" cy="4518721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5" name="Google Shape;355;p42"/>
          <p:cNvSpPr txBox="1"/>
          <p:nvPr>
            <p:ph type="title"/>
          </p:nvPr>
        </p:nvSpPr>
        <p:spPr>
          <a:xfrm>
            <a:off x="679023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Arial"/>
              <a:buNone/>
            </a:pPr>
            <a:r>
              <a:rPr lang="en"/>
              <a:t>Step 1 – Prepare the container</a:t>
            </a:r>
            <a:endParaRPr/>
          </a:p>
        </p:txBody>
      </p:sp>
      <p:sp>
        <p:nvSpPr>
          <p:cNvPr id="356" name="Google Shape;356;p42"/>
          <p:cNvSpPr txBox="1"/>
          <p:nvPr>
            <p:ph idx="1" type="body"/>
          </p:nvPr>
        </p:nvSpPr>
        <p:spPr>
          <a:xfrm>
            <a:off x="811875" y="1820347"/>
            <a:ext cx="3434100" cy="20382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Screw on LED holders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57" name="Google Shape;357;p42"/>
          <p:cNvPicPr preferRelativeResize="0"/>
          <p:nvPr/>
        </p:nvPicPr>
        <p:blipFill rotWithShape="1">
          <a:blip r:embed="rId3">
            <a:alphaModFix/>
          </a:blip>
          <a:srcRect b="52021" l="30649" r="31826" t="14448"/>
          <a:stretch/>
        </p:blipFill>
        <p:spPr>
          <a:xfrm>
            <a:off x="4673071" y="1345674"/>
            <a:ext cx="3659044" cy="245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/>
          <p:nvPr/>
        </p:nvSpPr>
        <p:spPr>
          <a:xfrm>
            <a:off x="530525" y="200075"/>
            <a:ext cx="3382500" cy="4498200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rPr lang="en" sz="1800">
                <a:latin typeface="Lustria"/>
                <a:ea typeface="Lustria"/>
                <a:cs typeface="Lustria"/>
                <a:sym typeface="Lustria"/>
              </a:rPr>
              <a:t>TheThe</a:t>
            </a:r>
            <a:endParaRPr b="0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363" name="Google Shape;36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500" y="869475"/>
            <a:ext cx="4227275" cy="276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 txBox="1"/>
          <p:nvPr/>
        </p:nvSpPr>
        <p:spPr>
          <a:xfrm>
            <a:off x="530650" y="1635475"/>
            <a:ext cx="33825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</a:rPr>
              <a:t>Anode (+)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Positive side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Long leg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</a:rPr>
              <a:t>Cathode (-)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Negative side</a:t>
            </a:r>
            <a:endParaRPr sz="1800"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 sz="1800">
                <a:solidFill>
                  <a:schemeClr val="lt2"/>
                </a:solidFill>
              </a:rPr>
              <a:t>Short leg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655925" y="526300"/>
            <a:ext cx="3131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CBB968"/>
                </a:solidFill>
              </a:rPr>
              <a:t>Cathodes &amp; Anodes</a:t>
            </a:r>
            <a:endParaRPr sz="2400">
              <a:solidFill>
                <a:srgbClr val="CBB968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/>
          <p:nvPr/>
        </p:nvSpPr>
        <p:spPr>
          <a:xfrm>
            <a:off x="530530" y="179754"/>
            <a:ext cx="8115919" cy="4518721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1" name="Google Shape;371;p44"/>
          <p:cNvSpPr txBox="1"/>
          <p:nvPr>
            <p:ph type="title"/>
          </p:nvPr>
        </p:nvSpPr>
        <p:spPr>
          <a:xfrm>
            <a:off x="679023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Arial"/>
              <a:buNone/>
            </a:pPr>
            <a:r>
              <a:rPr lang="en"/>
              <a:t>Step 2 – Prepare the LEDs</a:t>
            </a:r>
            <a:endParaRPr/>
          </a:p>
        </p:txBody>
      </p:sp>
      <p:sp>
        <p:nvSpPr>
          <p:cNvPr id="372" name="Google Shape;372;p44"/>
          <p:cNvSpPr txBox="1"/>
          <p:nvPr>
            <p:ph idx="1" type="body"/>
          </p:nvPr>
        </p:nvSpPr>
        <p:spPr>
          <a:xfrm>
            <a:off x="811885" y="1141823"/>
            <a:ext cx="3433963" cy="28385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500"/>
          </a:p>
        </p:txBody>
      </p:sp>
      <p:pic>
        <p:nvPicPr>
          <p:cNvPr id="373" name="Google Shape;373;p44"/>
          <p:cNvPicPr preferRelativeResize="0"/>
          <p:nvPr/>
        </p:nvPicPr>
        <p:blipFill rotWithShape="1">
          <a:blip r:embed="rId3">
            <a:alphaModFix/>
          </a:blip>
          <a:srcRect b="41054" l="0" r="21476" t="19686"/>
          <a:stretch/>
        </p:blipFill>
        <p:spPr>
          <a:xfrm>
            <a:off x="5661742" y="2290847"/>
            <a:ext cx="2762462" cy="184147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/>
        </p:nvSpPr>
        <p:spPr>
          <a:xfrm>
            <a:off x="593050" y="1017724"/>
            <a:ext cx="5253000" cy="3114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1. Insert both LED legs through the plastic holder.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2. Pull shorter leg (-) up by 90 degrees (this leg is the negative side of the LED)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r>
              <a:rPr b="1" i="1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Pay attention to which side is negative!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/>
          <p:nvPr/>
        </p:nvSpPr>
        <p:spPr>
          <a:xfrm>
            <a:off x="530530" y="179754"/>
            <a:ext cx="8115919" cy="4518721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80" name="Google Shape;380;p45"/>
          <p:cNvSpPr txBox="1"/>
          <p:nvPr>
            <p:ph type="title"/>
          </p:nvPr>
        </p:nvSpPr>
        <p:spPr>
          <a:xfrm>
            <a:off x="679023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Arial"/>
              <a:buNone/>
            </a:pPr>
            <a:r>
              <a:rPr lang="en"/>
              <a:t>Step 3 – Connect the LEDs</a:t>
            </a:r>
            <a:endParaRPr/>
          </a:p>
        </p:txBody>
      </p:sp>
      <p:sp>
        <p:nvSpPr>
          <p:cNvPr id="381" name="Google Shape;381;p45"/>
          <p:cNvSpPr txBox="1"/>
          <p:nvPr>
            <p:ph idx="1" type="body"/>
          </p:nvPr>
        </p:nvSpPr>
        <p:spPr>
          <a:xfrm>
            <a:off x="811885" y="1141823"/>
            <a:ext cx="3433963" cy="28385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500"/>
          </a:p>
        </p:txBody>
      </p:sp>
      <p:sp>
        <p:nvSpPr>
          <p:cNvPr id="382" name="Google Shape;382;p45"/>
          <p:cNvSpPr txBox="1"/>
          <p:nvPr/>
        </p:nvSpPr>
        <p:spPr>
          <a:xfrm>
            <a:off x="679023" y="1141823"/>
            <a:ext cx="4776115" cy="28598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14350" lvl="0" marL="6286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AutoNum type="arabicPeriod"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Connect short leg (-) of LED to left column of 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AutoNum type="arabicPeriod"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Connect long leg (+) to the right column of 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Important</a:t>
            </a: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: LEDs only work when electricity flows in the right direction.)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None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Note: Colors of wire shown might not coordinate with your own.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0050" lvl="0" marL="6286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45"/>
          <p:cNvPicPr preferRelativeResize="0"/>
          <p:nvPr/>
        </p:nvPicPr>
        <p:blipFill rotWithShape="1">
          <a:blip r:embed="rId3">
            <a:alphaModFix/>
          </a:blip>
          <a:srcRect b="7514" l="13756" r="34797" t="24114"/>
          <a:stretch/>
        </p:blipFill>
        <p:spPr>
          <a:xfrm>
            <a:off x="5964569" y="519561"/>
            <a:ext cx="1726569" cy="305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63000"/>
          </a:blip>
          <a:stretch>
            <a:fillRect/>
          </a:stretch>
        </a:blip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46"/>
          <p:cNvGrpSpPr/>
          <p:nvPr/>
        </p:nvGrpSpPr>
        <p:grpSpPr>
          <a:xfrm rot="5400000">
            <a:off x="3190676" y="1006225"/>
            <a:ext cx="2810595" cy="3750784"/>
            <a:chOff x="1845450" y="246225"/>
            <a:chExt cx="3788375" cy="5089950"/>
          </a:xfrm>
        </p:grpSpPr>
        <p:sp>
          <p:nvSpPr>
            <p:cNvPr id="389" name="Google Shape;389;p46"/>
            <p:cNvSpPr/>
            <p:nvPr/>
          </p:nvSpPr>
          <p:spPr>
            <a:xfrm>
              <a:off x="2394750" y="246225"/>
              <a:ext cx="2689750" cy="5089950"/>
            </a:xfrm>
            <a:custGeom>
              <a:rect b="b" l="l" r="r" t="t"/>
              <a:pathLst>
                <a:path extrusionOk="0" h="203598" w="107590">
                  <a:moveTo>
                    <a:pt x="1" y="1"/>
                  </a:moveTo>
                  <a:lnTo>
                    <a:pt x="1" y="203598"/>
                  </a:lnTo>
                  <a:lnTo>
                    <a:pt x="107590" y="203598"/>
                  </a:lnTo>
                  <a:lnTo>
                    <a:pt x="10759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1845450" y="660250"/>
              <a:ext cx="3788375" cy="3788375"/>
            </a:xfrm>
            <a:custGeom>
              <a:rect b="b" l="l" r="r" t="t"/>
              <a:pathLst>
                <a:path extrusionOk="0" h="151535" w="151535">
                  <a:moveTo>
                    <a:pt x="0" y="0"/>
                  </a:moveTo>
                  <a:lnTo>
                    <a:pt x="0" y="151534"/>
                  </a:lnTo>
                  <a:lnTo>
                    <a:pt x="151534" y="151534"/>
                  </a:lnTo>
                  <a:lnTo>
                    <a:pt x="1515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2083575" y="974125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0" y="4222"/>
                    <a:pt x="0" y="9418"/>
                  </a:cubicBezTo>
                  <a:cubicBezTo>
                    <a:pt x="0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418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2860175" y="974125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526" y="1"/>
                  </a:moveTo>
                  <a:cubicBezTo>
                    <a:pt x="4222" y="1"/>
                    <a:pt x="1" y="4222"/>
                    <a:pt x="1" y="9418"/>
                  </a:cubicBezTo>
                  <a:cubicBezTo>
                    <a:pt x="1" y="14721"/>
                    <a:pt x="4222" y="18943"/>
                    <a:pt x="9526" y="18943"/>
                  </a:cubicBezTo>
                  <a:cubicBezTo>
                    <a:pt x="14721" y="18943"/>
                    <a:pt x="18943" y="14721"/>
                    <a:pt x="18943" y="9418"/>
                  </a:cubicBezTo>
                  <a:cubicBezTo>
                    <a:pt x="18943" y="4222"/>
                    <a:pt x="14721" y="1"/>
                    <a:pt x="9526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3504200" y="974125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418"/>
                  </a:cubicBezTo>
                  <a:cubicBezTo>
                    <a:pt x="1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418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4145525" y="974125"/>
              <a:ext cx="473550" cy="473575"/>
            </a:xfrm>
            <a:custGeom>
              <a:rect b="b" l="l" r="r" t="t"/>
              <a:pathLst>
                <a:path extrusionOk="0" h="18943" w="18942">
                  <a:moveTo>
                    <a:pt x="9525" y="1"/>
                  </a:moveTo>
                  <a:cubicBezTo>
                    <a:pt x="4221" y="1"/>
                    <a:pt x="0" y="4222"/>
                    <a:pt x="0" y="9418"/>
                  </a:cubicBezTo>
                  <a:cubicBezTo>
                    <a:pt x="0" y="14721"/>
                    <a:pt x="4221" y="18943"/>
                    <a:pt x="9525" y="18943"/>
                  </a:cubicBezTo>
                  <a:cubicBezTo>
                    <a:pt x="14720" y="18943"/>
                    <a:pt x="18942" y="14721"/>
                    <a:pt x="18942" y="9418"/>
                  </a:cubicBezTo>
                  <a:cubicBezTo>
                    <a:pt x="18942" y="4222"/>
                    <a:pt x="14720" y="1"/>
                    <a:pt x="952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4924825" y="974125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418"/>
                  </a:cubicBezTo>
                  <a:cubicBezTo>
                    <a:pt x="1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418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2083575" y="16425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0" y="4222"/>
                    <a:pt x="0" y="9418"/>
                  </a:cubicBezTo>
                  <a:cubicBezTo>
                    <a:pt x="0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418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2860175" y="16425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526" y="1"/>
                  </a:moveTo>
                  <a:cubicBezTo>
                    <a:pt x="4222" y="1"/>
                    <a:pt x="1" y="4222"/>
                    <a:pt x="1" y="9418"/>
                  </a:cubicBezTo>
                  <a:cubicBezTo>
                    <a:pt x="1" y="14721"/>
                    <a:pt x="4222" y="18943"/>
                    <a:pt x="9526" y="18943"/>
                  </a:cubicBezTo>
                  <a:cubicBezTo>
                    <a:pt x="14721" y="18943"/>
                    <a:pt x="18943" y="14721"/>
                    <a:pt x="18943" y="9418"/>
                  </a:cubicBezTo>
                  <a:cubicBezTo>
                    <a:pt x="18943" y="4222"/>
                    <a:pt x="14721" y="1"/>
                    <a:pt x="9526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3504200" y="16425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418"/>
                  </a:cubicBezTo>
                  <a:cubicBezTo>
                    <a:pt x="1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418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4145525" y="1642500"/>
              <a:ext cx="473550" cy="473575"/>
            </a:xfrm>
            <a:custGeom>
              <a:rect b="b" l="l" r="r" t="t"/>
              <a:pathLst>
                <a:path extrusionOk="0" h="18943" w="18942">
                  <a:moveTo>
                    <a:pt x="9525" y="1"/>
                  </a:moveTo>
                  <a:cubicBezTo>
                    <a:pt x="4221" y="1"/>
                    <a:pt x="0" y="4222"/>
                    <a:pt x="0" y="9418"/>
                  </a:cubicBezTo>
                  <a:cubicBezTo>
                    <a:pt x="0" y="14721"/>
                    <a:pt x="4221" y="18943"/>
                    <a:pt x="9525" y="18943"/>
                  </a:cubicBezTo>
                  <a:cubicBezTo>
                    <a:pt x="14720" y="18943"/>
                    <a:pt x="18942" y="14721"/>
                    <a:pt x="18942" y="9418"/>
                  </a:cubicBezTo>
                  <a:cubicBezTo>
                    <a:pt x="18942" y="4222"/>
                    <a:pt x="14720" y="1"/>
                    <a:pt x="952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4924825" y="16425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418"/>
                  </a:cubicBezTo>
                  <a:cubicBezTo>
                    <a:pt x="1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418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2083575" y="23190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0" y="4222"/>
                    <a:pt x="0" y="9417"/>
                  </a:cubicBezTo>
                  <a:cubicBezTo>
                    <a:pt x="0" y="14721"/>
                    <a:pt x="4222" y="18942"/>
                    <a:pt x="9417" y="18942"/>
                  </a:cubicBezTo>
                  <a:cubicBezTo>
                    <a:pt x="14721" y="18942"/>
                    <a:pt x="18942" y="14721"/>
                    <a:pt x="18942" y="9417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2" name="Google Shape;402;p46"/>
            <p:cNvSpPr/>
            <p:nvPr/>
          </p:nvSpPr>
          <p:spPr>
            <a:xfrm>
              <a:off x="2860175" y="23190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526" y="1"/>
                  </a:moveTo>
                  <a:cubicBezTo>
                    <a:pt x="4222" y="1"/>
                    <a:pt x="1" y="4222"/>
                    <a:pt x="1" y="9417"/>
                  </a:cubicBezTo>
                  <a:cubicBezTo>
                    <a:pt x="1" y="14721"/>
                    <a:pt x="4222" y="18942"/>
                    <a:pt x="9526" y="18942"/>
                  </a:cubicBezTo>
                  <a:cubicBezTo>
                    <a:pt x="14721" y="18942"/>
                    <a:pt x="18943" y="14721"/>
                    <a:pt x="18943" y="9417"/>
                  </a:cubicBezTo>
                  <a:cubicBezTo>
                    <a:pt x="18943" y="4222"/>
                    <a:pt x="14721" y="1"/>
                    <a:pt x="9526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3504200" y="23190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417"/>
                  </a:cubicBezTo>
                  <a:cubicBezTo>
                    <a:pt x="1" y="14721"/>
                    <a:pt x="4222" y="18942"/>
                    <a:pt x="9417" y="18942"/>
                  </a:cubicBezTo>
                  <a:cubicBezTo>
                    <a:pt x="14721" y="18942"/>
                    <a:pt x="18942" y="14721"/>
                    <a:pt x="18942" y="9417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4145525" y="2319000"/>
              <a:ext cx="473550" cy="473575"/>
            </a:xfrm>
            <a:custGeom>
              <a:rect b="b" l="l" r="r" t="t"/>
              <a:pathLst>
                <a:path extrusionOk="0" h="18943" w="18942">
                  <a:moveTo>
                    <a:pt x="9525" y="1"/>
                  </a:moveTo>
                  <a:cubicBezTo>
                    <a:pt x="4221" y="1"/>
                    <a:pt x="0" y="4222"/>
                    <a:pt x="0" y="9417"/>
                  </a:cubicBezTo>
                  <a:cubicBezTo>
                    <a:pt x="0" y="14721"/>
                    <a:pt x="4221" y="18942"/>
                    <a:pt x="9525" y="18942"/>
                  </a:cubicBezTo>
                  <a:cubicBezTo>
                    <a:pt x="14720" y="18942"/>
                    <a:pt x="18942" y="14721"/>
                    <a:pt x="18942" y="9417"/>
                  </a:cubicBezTo>
                  <a:cubicBezTo>
                    <a:pt x="18942" y="4222"/>
                    <a:pt x="14720" y="1"/>
                    <a:pt x="952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4924825" y="231900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417"/>
                  </a:cubicBezTo>
                  <a:cubicBezTo>
                    <a:pt x="1" y="14721"/>
                    <a:pt x="4222" y="18942"/>
                    <a:pt x="9417" y="18942"/>
                  </a:cubicBezTo>
                  <a:cubicBezTo>
                    <a:pt x="14721" y="18942"/>
                    <a:pt x="18942" y="14721"/>
                    <a:pt x="18942" y="9417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2083575" y="2927850"/>
              <a:ext cx="473575" cy="473550"/>
            </a:xfrm>
            <a:custGeom>
              <a:rect b="b" l="l" r="r" t="t"/>
              <a:pathLst>
                <a:path extrusionOk="0" h="18942" w="18943">
                  <a:moveTo>
                    <a:pt x="9417" y="0"/>
                  </a:moveTo>
                  <a:cubicBezTo>
                    <a:pt x="4222" y="0"/>
                    <a:pt x="0" y="4222"/>
                    <a:pt x="0" y="9417"/>
                  </a:cubicBezTo>
                  <a:cubicBezTo>
                    <a:pt x="0" y="14721"/>
                    <a:pt x="4222" y="18942"/>
                    <a:pt x="9417" y="18942"/>
                  </a:cubicBezTo>
                  <a:cubicBezTo>
                    <a:pt x="14721" y="18942"/>
                    <a:pt x="18942" y="14721"/>
                    <a:pt x="18942" y="9417"/>
                  </a:cubicBezTo>
                  <a:cubicBezTo>
                    <a:pt x="18942" y="4222"/>
                    <a:pt x="14721" y="0"/>
                    <a:pt x="941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2860175" y="2927850"/>
              <a:ext cx="473575" cy="473550"/>
            </a:xfrm>
            <a:custGeom>
              <a:rect b="b" l="l" r="r" t="t"/>
              <a:pathLst>
                <a:path extrusionOk="0" h="18942" w="18943">
                  <a:moveTo>
                    <a:pt x="9526" y="0"/>
                  </a:moveTo>
                  <a:cubicBezTo>
                    <a:pt x="4222" y="0"/>
                    <a:pt x="1" y="4222"/>
                    <a:pt x="1" y="9417"/>
                  </a:cubicBezTo>
                  <a:cubicBezTo>
                    <a:pt x="1" y="14721"/>
                    <a:pt x="4222" y="18942"/>
                    <a:pt x="9526" y="18942"/>
                  </a:cubicBezTo>
                  <a:cubicBezTo>
                    <a:pt x="14721" y="18942"/>
                    <a:pt x="18943" y="14721"/>
                    <a:pt x="18943" y="9417"/>
                  </a:cubicBezTo>
                  <a:cubicBezTo>
                    <a:pt x="18943" y="4222"/>
                    <a:pt x="14721" y="0"/>
                    <a:pt x="95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3504200" y="2927850"/>
              <a:ext cx="473575" cy="473550"/>
            </a:xfrm>
            <a:custGeom>
              <a:rect b="b" l="l" r="r" t="t"/>
              <a:pathLst>
                <a:path extrusionOk="0" h="18942" w="18943">
                  <a:moveTo>
                    <a:pt x="9417" y="0"/>
                  </a:moveTo>
                  <a:cubicBezTo>
                    <a:pt x="4222" y="0"/>
                    <a:pt x="1" y="4222"/>
                    <a:pt x="1" y="9417"/>
                  </a:cubicBezTo>
                  <a:cubicBezTo>
                    <a:pt x="1" y="14721"/>
                    <a:pt x="4222" y="18942"/>
                    <a:pt x="9417" y="18942"/>
                  </a:cubicBezTo>
                  <a:cubicBezTo>
                    <a:pt x="14721" y="18942"/>
                    <a:pt x="18942" y="14721"/>
                    <a:pt x="18942" y="9417"/>
                  </a:cubicBezTo>
                  <a:cubicBezTo>
                    <a:pt x="18942" y="4222"/>
                    <a:pt x="14721" y="0"/>
                    <a:pt x="941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4145525" y="2927850"/>
              <a:ext cx="473550" cy="473550"/>
            </a:xfrm>
            <a:custGeom>
              <a:rect b="b" l="l" r="r" t="t"/>
              <a:pathLst>
                <a:path extrusionOk="0" h="18942" w="18942">
                  <a:moveTo>
                    <a:pt x="9525" y="0"/>
                  </a:moveTo>
                  <a:cubicBezTo>
                    <a:pt x="4221" y="0"/>
                    <a:pt x="0" y="4222"/>
                    <a:pt x="0" y="9417"/>
                  </a:cubicBezTo>
                  <a:cubicBezTo>
                    <a:pt x="0" y="14721"/>
                    <a:pt x="4221" y="18942"/>
                    <a:pt x="9525" y="18942"/>
                  </a:cubicBezTo>
                  <a:cubicBezTo>
                    <a:pt x="14720" y="18942"/>
                    <a:pt x="18942" y="14721"/>
                    <a:pt x="18942" y="9417"/>
                  </a:cubicBezTo>
                  <a:cubicBezTo>
                    <a:pt x="18942" y="4222"/>
                    <a:pt x="14720" y="0"/>
                    <a:pt x="9525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4924825" y="2927850"/>
              <a:ext cx="473575" cy="473550"/>
            </a:xfrm>
            <a:custGeom>
              <a:rect b="b" l="l" r="r" t="t"/>
              <a:pathLst>
                <a:path extrusionOk="0" h="18942" w="18943">
                  <a:moveTo>
                    <a:pt x="9417" y="0"/>
                  </a:moveTo>
                  <a:cubicBezTo>
                    <a:pt x="4222" y="0"/>
                    <a:pt x="1" y="4222"/>
                    <a:pt x="1" y="9417"/>
                  </a:cubicBezTo>
                  <a:cubicBezTo>
                    <a:pt x="1" y="14721"/>
                    <a:pt x="4222" y="18942"/>
                    <a:pt x="9417" y="18942"/>
                  </a:cubicBezTo>
                  <a:cubicBezTo>
                    <a:pt x="14721" y="18942"/>
                    <a:pt x="18942" y="14721"/>
                    <a:pt x="18942" y="9417"/>
                  </a:cubicBezTo>
                  <a:cubicBezTo>
                    <a:pt x="18942" y="4222"/>
                    <a:pt x="14721" y="0"/>
                    <a:pt x="9417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2083575" y="356915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0" y="4222"/>
                    <a:pt x="0" y="9526"/>
                  </a:cubicBezTo>
                  <a:cubicBezTo>
                    <a:pt x="0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526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2860175" y="356915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526" y="1"/>
                  </a:moveTo>
                  <a:cubicBezTo>
                    <a:pt x="4222" y="1"/>
                    <a:pt x="1" y="4222"/>
                    <a:pt x="1" y="9526"/>
                  </a:cubicBezTo>
                  <a:cubicBezTo>
                    <a:pt x="1" y="14721"/>
                    <a:pt x="4222" y="18943"/>
                    <a:pt x="9526" y="18943"/>
                  </a:cubicBezTo>
                  <a:cubicBezTo>
                    <a:pt x="14721" y="18943"/>
                    <a:pt x="18943" y="14721"/>
                    <a:pt x="18943" y="9526"/>
                  </a:cubicBezTo>
                  <a:cubicBezTo>
                    <a:pt x="18943" y="4222"/>
                    <a:pt x="14721" y="1"/>
                    <a:pt x="9526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3504200" y="356915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526"/>
                  </a:cubicBezTo>
                  <a:cubicBezTo>
                    <a:pt x="1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526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4145525" y="3569150"/>
              <a:ext cx="473550" cy="473575"/>
            </a:xfrm>
            <a:custGeom>
              <a:rect b="b" l="l" r="r" t="t"/>
              <a:pathLst>
                <a:path extrusionOk="0" h="18943" w="18942">
                  <a:moveTo>
                    <a:pt x="9525" y="1"/>
                  </a:moveTo>
                  <a:cubicBezTo>
                    <a:pt x="4221" y="1"/>
                    <a:pt x="0" y="4222"/>
                    <a:pt x="0" y="9526"/>
                  </a:cubicBezTo>
                  <a:cubicBezTo>
                    <a:pt x="0" y="14721"/>
                    <a:pt x="4221" y="18943"/>
                    <a:pt x="9525" y="18943"/>
                  </a:cubicBezTo>
                  <a:cubicBezTo>
                    <a:pt x="14720" y="18943"/>
                    <a:pt x="18942" y="14721"/>
                    <a:pt x="18942" y="9526"/>
                  </a:cubicBezTo>
                  <a:cubicBezTo>
                    <a:pt x="18942" y="4222"/>
                    <a:pt x="14720" y="1"/>
                    <a:pt x="952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4924825" y="3569150"/>
              <a:ext cx="473575" cy="473575"/>
            </a:xfrm>
            <a:custGeom>
              <a:rect b="b" l="l" r="r" t="t"/>
              <a:pathLst>
                <a:path extrusionOk="0" h="18943" w="18943">
                  <a:moveTo>
                    <a:pt x="9417" y="1"/>
                  </a:moveTo>
                  <a:cubicBezTo>
                    <a:pt x="4222" y="1"/>
                    <a:pt x="1" y="4222"/>
                    <a:pt x="1" y="9526"/>
                  </a:cubicBezTo>
                  <a:cubicBezTo>
                    <a:pt x="1" y="14721"/>
                    <a:pt x="4222" y="18943"/>
                    <a:pt x="9417" y="18943"/>
                  </a:cubicBezTo>
                  <a:cubicBezTo>
                    <a:pt x="14721" y="18943"/>
                    <a:pt x="18942" y="14721"/>
                    <a:pt x="18942" y="9526"/>
                  </a:cubicBezTo>
                  <a:cubicBezTo>
                    <a:pt x="18942" y="4222"/>
                    <a:pt x="14721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5175">
              <a:solidFill>
                <a:srgbClr val="000000"/>
              </a:solidFill>
              <a:prstDash val="solid"/>
              <a:miter lim="10823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2651825" y="833425"/>
              <a:ext cx="37900" cy="3444725"/>
            </a:xfrm>
            <a:custGeom>
              <a:rect b="b" l="l" r="r" t="t"/>
              <a:pathLst>
                <a:path extrusionOk="0" h="137789" w="1516">
                  <a:moveTo>
                    <a:pt x="217" y="1"/>
                  </a:moveTo>
                  <a:cubicBezTo>
                    <a:pt x="109" y="1"/>
                    <a:pt x="0" y="1"/>
                    <a:pt x="0" y="217"/>
                  </a:cubicBezTo>
                  <a:lnTo>
                    <a:pt x="0" y="137572"/>
                  </a:lnTo>
                  <a:cubicBezTo>
                    <a:pt x="0" y="137680"/>
                    <a:pt x="109" y="137788"/>
                    <a:pt x="217" y="137788"/>
                  </a:cubicBezTo>
                  <a:lnTo>
                    <a:pt x="1299" y="137788"/>
                  </a:lnTo>
                  <a:cubicBezTo>
                    <a:pt x="1408" y="137788"/>
                    <a:pt x="1516" y="137680"/>
                    <a:pt x="1516" y="137572"/>
                  </a:cubicBezTo>
                  <a:lnTo>
                    <a:pt x="1516" y="217"/>
                  </a:lnTo>
                  <a:cubicBezTo>
                    <a:pt x="1516" y="1"/>
                    <a:pt x="1408" y="1"/>
                    <a:pt x="1299" y="1"/>
                  </a:cubicBezTo>
                  <a:close/>
                </a:path>
              </a:pathLst>
            </a:custGeom>
            <a:solidFill>
              <a:srgbClr val="1615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4732700" y="833425"/>
              <a:ext cx="40625" cy="3444725"/>
            </a:xfrm>
            <a:custGeom>
              <a:rect b="b" l="l" r="r" t="t"/>
              <a:pathLst>
                <a:path extrusionOk="0" h="137789" w="1625">
                  <a:moveTo>
                    <a:pt x="217" y="1"/>
                  </a:moveTo>
                  <a:cubicBezTo>
                    <a:pt x="109" y="1"/>
                    <a:pt x="1" y="109"/>
                    <a:pt x="1" y="217"/>
                  </a:cubicBezTo>
                  <a:lnTo>
                    <a:pt x="1" y="137572"/>
                  </a:lnTo>
                  <a:cubicBezTo>
                    <a:pt x="1" y="137680"/>
                    <a:pt x="109" y="137788"/>
                    <a:pt x="217" y="137788"/>
                  </a:cubicBezTo>
                  <a:lnTo>
                    <a:pt x="1408" y="137788"/>
                  </a:lnTo>
                  <a:cubicBezTo>
                    <a:pt x="1516" y="137788"/>
                    <a:pt x="1624" y="137680"/>
                    <a:pt x="1624" y="137572"/>
                  </a:cubicBezTo>
                  <a:lnTo>
                    <a:pt x="1624" y="217"/>
                  </a:lnTo>
                  <a:cubicBezTo>
                    <a:pt x="1624" y="109"/>
                    <a:pt x="1516" y="1"/>
                    <a:pt x="1408" y="1"/>
                  </a:cubicBezTo>
                  <a:close/>
                </a:path>
              </a:pathLst>
            </a:custGeom>
            <a:solidFill>
              <a:srgbClr val="1615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grpSp>
        <p:nvGrpSpPr>
          <p:cNvPr id="418" name="Google Shape;418;p46"/>
          <p:cNvGrpSpPr/>
          <p:nvPr/>
        </p:nvGrpSpPr>
        <p:grpSpPr>
          <a:xfrm>
            <a:off x="5083550" y="1536486"/>
            <a:ext cx="3097037" cy="2594214"/>
            <a:chOff x="5601925" y="1536486"/>
            <a:chExt cx="3097037" cy="2594214"/>
          </a:xfrm>
        </p:grpSpPr>
        <p:grpSp>
          <p:nvGrpSpPr>
            <p:cNvPr id="419" name="Google Shape;419;p46"/>
            <p:cNvGrpSpPr/>
            <p:nvPr/>
          </p:nvGrpSpPr>
          <p:grpSpPr>
            <a:xfrm flipH="1" rot="5400000">
              <a:off x="6059668" y="1272155"/>
              <a:ext cx="2374963" cy="2903625"/>
              <a:chOff x="1777307" y="2929787"/>
              <a:chExt cx="3878125" cy="4418848"/>
            </a:xfrm>
          </p:grpSpPr>
          <p:sp>
            <p:nvSpPr>
              <p:cNvPr id="420" name="Google Shape;420;p46"/>
              <p:cNvSpPr/>
              <p:nvPr/>
            </p:nvSpPr>
            <p:spPr>
              <a:xfrm flipH="1">
                <a:off x="1777307" y="4695675"/>
                <a:ext cx="838014" cy="2585852"/>
              </a:xfrm>
              <a:custGeom>
                <a:rect b="b" l="l" r="r" t="t"/>
                <a:pathLst>
                  <a:path extrusionOk="0" fill="none" h="125771" w="381">
                    <a:moveTo>
                      <a:pt x="381" y="125770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34200">
                <a:solidFill>
                  <a:srgbClr val="B85450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421" name="Google Shape;421;p46"/>
              <p:cNvSpPr/>
              <p:nvPr/>
            </p:nvSpPr>
            <p:spPr>
              <a:xfrm rot="-1936802">
                <a:off x="4092066" y="4095358"/>
                <a:ext cx="735579" cy="3312861"/>
              </a:xfrm>
              <a:custGeom>
                <a:rect b="b" l="l" r="r" t="t"/>
                <a:pathLst>
                  <a:path extrusionOk="0" fill="none" h="66720" w="1">
                    <a:moveTo>
                      <a:pt x="0" y="6671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34200">
                <a:solidFill>
                  <a:srgbClr val="000000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422" name="Google Shape;422;p46"/>
              <p:cNvSpPr/>
              <p:nvPr/>
            </p:nvSpPr>
            <p:spPr>
              <a:xfrm>
                <a:off x="2156682" y="2929787"/>
                <a:ext cx="1533800" cy="1092850"/>
              </a:xfrm>
              <a:custGeom>
                <a:rect b="b" l="l" r="r" t="t"/>
                <a:pathLst>
                  <a:path extrusionOk="0" h="43714" w="61352">
                    <a:moveTo>
                      <a:pt x="30676" y="1"/>
                    </a:moveTo>
                    <a:cubicBezTo>
                      <a:pt x="10228" y="1"/>
                      <a:pt x="1" y="14572"/>
                      <a:pt x="1" y="43713"/>
                    </a:cubicBezTo>
                    <a:lnTo>
                      <a:pt x="61351" y="43713"/>
                    </a:lnTo>
                    <a:cubicBezTo>
                      <a:pt x="61351" y="14572"/>
                      <a:pt x="51130" y="1"/>
                      <a:pt x="30676" y="1"/>
                    </a:cubicBezTo>
                    <a:close/>
                  </a:path>
                </a:pathLst>
              </a:custGeom>
              <a:solidFill>
                <a:srgbClr val="D5E8D4"/>
              </a:solidFill>
              <a:ln cap="flat" cmpd="sng" w="19175">
                <a:solidFill>
                  <a:srgbClr val="82B366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423" name="Google Shape;423;p46"/>
              <p:cNvSpPr/>
              <p:nvPr/>
            </p:nvSpPr>
            <p:spPr>
              <a:xfrm>
                <a:off x="2137507" y="3965087"/>
                <a:ext cx="1591325" cy="996975"/>
              </a:xfrm>
              <a:custGeom>
                <a:rect b="b" l="l" r="r" t="t"/>
                <a:pathLst>
                  <a:path extrusionOk="0" h="39879" w="63653">
                    <a:moveTo>
                      <a:pt x="5983" y="1"/>
                    </a:moveTo>
                    <a:cubicBezTo>
                      <a:pt x="2670" y="1"/>
                      <a:pt x="1" y="2669"/>
                      <a:pt x="1" y="5982"/>
                    </a:cubicBezTo>
                    <a:lnTo>
                      <a:pt x="1" y="33897"/>
                    </a:lnTo>
                    <a:cubicBezTo>
                      <a:pt x="1" y="37210"/>
                      <a:pt x="2670" y="39879"/>
                      <a:pt x="5983" y="39879"/>
                    </a:cubicBezTo>
                    <a:lnTo>
                      <a:pt x="57671" y="39879"/>
                    </a:lnTo>
                    <a:cubicBezTo>
                      <a:pt x="60983" y="39879"/>
                      <a:pt x="63652" y="37210"/>
                      <a:pt x="63652" y="33897"/>
                    </a:cubicBezTo>
                    <a:lnTo>
                      <a:pt x="63652" y="5982"/>
                    </a:lnTo>
                    <a:cubicBezTo>
                      <a:pt x="63652" y="2669"/>
                      <a:pt x="60983" y="1"/>
                      <a:pt x="57671" y="1"/>
                    </a:cubicBezTo>
                    <a:close/>
                  </a:path>
                </a:pathLst>
              </a:custGeom>
              <a:solidFill>
                <a:srgbClr val="D5E8D4"/>
              </a:solidFill>
              <a:ln cap="flat" cmpd="sng" w="19175">
                <a:solidFill>
                  <a:srgbClr val="82B366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24" name="Google Shape;424;p46"/>
            <p:cNvSpPr/>
            <p:nvPr/>
          </p:nvSpPr>
          <p:spPr>
            <a:xfrm>
              <a:off x="5601925" y="3735000"/>
              <a:ext cx="364500" cy="395700"/>
            </a:xfrm>
            <a:prstGeom prst="ellipse">
              <a:avLst/>
            </a:prstGeom>
            <a:solidFill>
              <a:srgbClr val="B854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5601925" y="1650175"/>
              <a:ext cx="364500" cy="375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26" name="Google Shape;426;p46"/>
          <p:cNvGrpSpPr/>
          <p:nvPr/>
        </p:nvGrpSpPr>
        <p:grpSpPr>
          <a:xfrm>
            <a:off x="5568325" y="1495019"/>
            <a:ext cx="2544864" cy="2619281"/>
            <a:chOff x="5568325" y="1491019"/>
            <a:chExt cx="2544864" cy="2619281"/>
          </a:xfrm>
        </p:grpSpPr>
        <p:grpSp>
          <p:nvGrpSpPr>
            <p:cNvPr id="427" name="Google Shape;427;p46"/>
            <p:cNvGrpSpPr/>
            <p:nvPr/>
          </p:nvGrpSpPr>
          <p:grpSpPr>
            <a:xfrm flipH="1" rot="5400000">
              <a:off x="5755002" y="1553264"/>
              <a:ext cx="2420432" cy="2295941"/>
              <a:chOff x="1777307" y="3821242"/>
              <a:chExt cx="3952371" cy="3494050"/>
            </a:xfrm>
          </p:grpSpPr>
          <p:sp>
            <p:nvSpPr>
              <p:cNvPr id="428" name="Google Shape;428;p46"/>
              <p:cNvSpPr/>
              <p:nvPr/>
            </p:nvSpPr>
            <p:spPr>
              <a:xfrm flipH="1">
                <a:off x="1777307" y="5741824"/>
                <a:ext cx="2106589" cy="1539751"/>
              </a:xfrm>
              <a:custGeom>
                <a:rect b="b" l="l" r="r" t="t"/>
                <a:pathLst>
                  <a:path extrusionOk="0" fill="none" h="125771" w="381">
                    <a:moveTo>
                      <a:pt x="381" y="125770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134200">
                <a:solidFill>
                  <a:srgbClr val="B85450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429" name="Google Shape;429;p46"/>
              <p:cNvSpPr/>
              <p:nvPr/>
            </p:nvSpPr>
            <p:spPr>
              <a:xfrm rot="-611739">
                <a:off x="4926573" y="4990263"/>
                <a:ext cx="605248" cy="2289539"/>
              </a:xfrm>
              <a:custGeom>
                <a:rect b="b" l="l" r="r" t="t"/>
                <a:pathLst>
                  <a:path extrusionOk="0" fill="none" h="66720" w="1">
                    <a:moveTo>
                      <a:pt x="0" y="66719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34200">
                <a:solidFill>
                  <a:srgbClr val="000000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430" name="Google Shape;430;p46"/>
              <p:cNvSpPr/>
              <p:nvPr/>
            </p:nvSpPr>
            <p:spPr>
              <a:xfrm>
                <a:off x="3534928" y="3821242"/>
                <a:ext cx="1533800" cy="1092850"/>
              </a:xfrm>
              <a:custGeom>
                <a:rect b="b" l="l" r="r" t="t"/>
                <a:pathLst>
                  <a:path extrusionOk="0" h="43714" w="61352">
                    <a:moveTo>
                      <a:pt x="30676" y="1"/>
                    </a:moveTo>
                    <a:cubicBezTo>
                      <a:pt x="10228" y="1"/>
                      <a:pt x="1" y="14572"/>
                      <a:pt x="1" y="43713"/>
                    </a:cubicBezTo>
                    <a:lnTo>
                      <a:pt x="61351" y="43713"/>
                    </a:lnTo>
                    <a:cubicBezTo>
                      <a:pt x="61351" y="14572"/>
                      <a:pt x="51130" y="1"/>
                      <a:pt x="30676" y="1"/>
                    </a:cubicBezTo>
                    <a:close/>
                  </a:path>
                </a:pathLst>
              </a:custGeom>
              <a:solidFill>
                <a:srgbClr val="D5E8D4"/>
              </a:solidFill>
              <a:ln cap="flat" cmpd="sng" w="19175">
                <a:solidFill>
                  <a:srgbClr val="82B366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  <p:sp>
            <p:nvSpPr>
              <p:cNvPr id="431" name="Google Shape;431;p46"/>
              <p:cNvSpPr/>
              <p:nvPr/>
            </p:nvSpPr>
            <p:spPr>
              <a:xfrm>
                <a:off x="3515753" y="4856542"/>
                <a:ext cx="1591325" cy="996975"/>
              </a:xfrm>
              <a:custGeom>
                <a:rect b="b" l="l" r="r" t="t"/>
                <a:pathLst>
                  <a:path extrusionOk="0" h="39879" w="63653">
                    <a:moveTo>
                      <a:pt x="5983" y="1"/>
                    </a:moveTo>
                    <a:cubicBezTo>
                      <a:pt x="2670" y="1"/>
                      <a:pt x="1" y="2669"/>
                      <a:pt x="1" y="5982"/>
                    </a:cubicBezTo>
                    <a:lnTo>
                      <a:pt x="1" y="33897"/>
                    </a:lnTo>
                    <a:cubicBezTo>
                      <a:pt x="1" y="37210"/>
                      <a:pt x="2670" y="39879"/>
                      <a:pt x="5983" y="39879"/>
                    </a:cubicBezTo>
                    <a:lnTo>
                      <a:pt x="57671" y="39879"/>
                    </a:lnTo>
                    <a:cubicBezTo>
                      <a:pt x="60983" y="39879"/>
                      <a:pt x="63652" y="37210"/>
                      <a:pt x="63652" y="33897"/>
                    </a:cubicBezTo>
                    <a:lnTo>
                      <a:pt x="63652" y="5982"/>
                    </a:lnTo>
                    <a:cubicBezTo>
                      <a:pt x="63652" y="2669"/>
                      <a:pt x="60983" y="1"/>
                      <a:pt x="57671" y="1"/>
                    </a:cubicBezTo>
                    <a:close/>
                  </a:path>
                </a:pathLst>
              </a:custGeom>
              <a:solidFill>
                <a:srgbClr val="D5E8D4"/>
              </a:solidFill>
              <a:ln cap="flat" cmpd="sng" w="19175">
                <a:solidFill>
                  <a:srgbClr val="82B366"/>
                </a:solidFill>
                <a:prstDash val="solid"/>
                <a:miter lim="613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Lustria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sp>
          <p:nvSpPr>
            <p:cNvPr id="432" name="Google Shape;432;p46"/>
            <p:cNvSpPr/>
            <p:nvPr/>
          </p:nvSpPr>
          <p:spPr>
            <a:xfrm>
              <a:off x="5568325" y="3774300"/>
              <a:ext cx="390300" cy="336000"/>
            </a:xfrm>
            <a:prstGeom prst="ellipse">
              <a:avLst/>
            </a:prstGeom>
            <a:solidFill>
              <a:srgbClr val="B854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33" name="Google Shape;433;p46"/>
            <p:cNvSpPr/>
            <p:nvPr/>
          </p:nvSpPr>
          <p:spPr>
            <a:xfrm>
              <a:off x="5601925" y="1650175"/>
              <a:ext cx="3309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34" name="Google Shape;434;p46"/>
          <p:cNvGrpSpPr/>
          <p:nvPr/>
        </p:nvGrpSpPr>
        <p:grpSpPr>
          <a:xfrm rot="5382689">
            <a:off x="862985" y="2203168"/>
            <a:ext cx="1765983" cy="1356920"/>
            <a:chOff x="1190625" y="834950"/>
            <a:chExt cx="5230925" cy="4037250"/>
          </a:xfrm>
        </p:grpSpPr>
        <p:sp>
          <p:nvSpPr>
            <p:cNvPr id="435" name="Google Shape;435;p46"/>
            <p:cNvSpPr/>
            <p:nvPr/>
          </p:nvSpPr>
          <p:spPr>
            <a:xfrm>
              <a:off x="1506550" y="2555400"/>
              <a:ext cx="4634100" cy="2316800"/>
            </a:xfrm>
            <a:custGeom>
              <a:rect b="b" l="l" r="r" t="t"/>
              <a:pathLst>
                <a:path extrusionOk="0" h="92672" w="185364">
                  <a:moveTo>
                    <a:pt x="52896" y="40007"/>
                  </a:moveTo>
                  <a:cubicBezTo>
                    <a:pt x="55992" y="40007"/>
                    <a:pt x="58503" y="42517"/>
                    <a:pt x="58503" y="45635"/>
                  </a:cubicBezTo>
                  <a:cubicBezTo>
                    <a:pt x="58503" y="48732"/>
                    <a:pt x="55992" y="51243"/>
                    <a:pt x="52896" y="51243"/>
                  </a:cubicBezTo>
                  <a:lnTo>
                    <a:pt x="28311" y="51243"/>
                  </a:lnTo>
                  <a:cubicBezTo>
                    <a:pt x="25214" y="51243"/>
                    <a:pt x="22703" y="48732"/>
                    <a:pt x="22703" y="45635"/>
                  </a:cubicBezTo>
                  <a:cubicBezTo>
                    <a:pt x="22703" y="42517"/>
                    <a:pt x="25214" y="40007"/>
                    <a:pt x="28311" y="40007"/>
                  </a:cubicBezTo>
                  <a:close/>
                  <a:moveTo>
                    <a:pt x="144646" y="27369"/>
                  </a:moveTo>
                  <a:cubicBezTo>
                    <a:pt x="147743" y="27369"/>
                    <a:pt x="150253" y="29880"/>
                    <a:pt x="150253" y="32997"/>
                  </a:cubicBezTo>
                  <a:lnTo>
                    <a:pt x="150253" y="39316"/>
                  </a:lnTo>
                  <a:lnTo>
                    <a:pt x="157514" y="39316"/>
                  </a:lnTo>
                  <a:cubicBezTo>
                    <a:pt x="160611" y="39316"/>
                    <a:pt x="163121" y="41827"/>
                    <a:pt x="163121" y="44924"/>
                  </a:cubicBezTo>
                  <a:cubicBezTo>
                    <a:pt x="163121" y="48020"/>
                    <a:pt x="160611" y="50552"/>
                    <a:pt x="157514" y="50552"/>
                  </a:cubicBezTo>
                  <a:lnTo>
                    <a:pt x="150253" y="50552"/>
                  </a:lnTo>
                  <a:lnTo>
                    <a:pt x="150253" y="57561"/>
                  </a:lnTo>
                  <a:cubicBezTo>
                    <a:pt x="150253" y="60658"/>
                    <a:pt x="147743" y="63190"/>
                    <a:pt x="144646" y="63190"/>
                  </a:cubicBezTo>
                  <a:cubicBezTo>
                    <a:pt x="141549" y="63190"/>
                    <a:pt x="139017" y="60658"/>
                    <a:pt x="139017" y="57561"/>
                  </a:cubicBezTo>
                  <a:lnTo>
                    <a:pt x="139017" y="50552"/>
                  </a:lnTo>
                  <a:lnTo>
                    <a:pt x="132929" y="50552"/>
                  </a:lnTo>
                  <a:cubicBezTo>
                    <a:pt x="129832" y="50552"/>
                    <a:pt x="127321" y="48020"/>
                    <a:pt x="127321" y="44924"/>
                  </a:cubicBezTo>
                  <a:cubicBezTo>
                    <a:pt x="127321" y="41827"/>
                    <a:pt x="129832" y="39316"/>
                    <a:pt x="132929" y="39316"/>
                  </a:cubicBezTo>
                  <a:lnTo>
                    <a:pt x="139017" y="39316"/>
                  </a:lnTo>
                  <a:lnTo>
                    <a:pt x="139017" y="32997"/>
                  </a:lnTo>
                  <a:cubicBezTo>
                    <a:pt x="139017" y="29880"/>
                    <a:pt x="141549" y="27369"/>
                    <a:pt x="144646" y="27369"/>
                  </a:cubicBezTo>
                  <a:close/>
                  <a:moveTo>
                    <a:pt x="94876" y="25092"/>
                  </a:moveTo>
                  <a:cubicBezTo>
                    <a:pt x="95145" y="25092"/>
                    <a:pt x="95417" y="25132"/>
                    <a:pt x="95685" y="25214"/>
                  </a:cubicBezTo>
                  <a:cubicBezTo>
                    <a:pt x="96982" y="25611"/>
                    <a:pt x="97819" y="26867"/>
                    <a:pt x="97672" y="28227"/>
                  </a:cubicBezTo>
                  <a:lnTo>
                    <a:pt x="95936" y="43522"/>
                  </a:lnTo>
                  <a:lnTo>
                    <a:pt x="103112" y="43522"/>
                  </a:lnTo>
                  <a:cubicBezTo>
                    <a:pt x="104075" y="43522"/>
                    <a:pt x="104996" y="44024"/>
                    <a:pt x="105498" y="44861"/>
                  </a:cubicBezTo>
                  <a:cubicBezTo>
                    <a:pt x="106021" y="45698"/>
                    <a:pt x="106042" y="46744"/>
                    <a:pt x="105602" y="47623"/>
                  </a:cubicBezTo>
                  <a:lnTo>
                    <a:pt x="93446" y="71162"/>
                  </a:lnTo>
                  <a:cubicBezTo>
                    <a:pt x="92964" y="72124"/>
                    <a:pt x="91981" y="72689"/>
                    <a:pt x="90956" y="72689"/>
                  </a:cubicBezTo>
                  <a:cubicBezTo>
                    <a:pt x="90684" y="72689"/>
                    <a:pt x="90412" y="72647"/>
                    <a:pt x="90140" y="72564"/>
                  </a:cubicBezTo>
                  <a:cubicBezTo>
                    <a:pt x="88843" y="72187"/>
                    <a:pt x="88006" y="70932"/>
                    <a:pt x="88152" y="69572"/>
                  </a:cubicBezTo>
                  <a:lnTo>
                    <a:pt x="89784" y="54758"/>
                  </a:lnTo>
                  <a:lnTo>
                    <a:pt x="82733" y="54758"/>
                  </a:lnTo>
                  <a:cubicBezTo>
                    <a:pt x="81749" y="54758"/>
                    <a:pt x="80850" y="54256"/>
                    <a:pt x="80348" y="53419"/>
                  </a:cubicBezTo>
                  <a:cubicBezTo>
                    <a:pt x="79824" y="52582"/>
                    <a:pt x="79783" y="51556"/>
                    <a:pt x="80222" y="50678"/>
                  </a:cubicBezTo>
                  <a:lnTo>
                    <a:pt x="92379" y="26636"/>
                  </a:lnTo>
                  <a:cubicBezTo>
                    <a:pt x="92860" y="25673"/>
                    <a:pt x="93843" y="25092"/>
                    <a:pt x="94876" y="25092"/>
                  </a:cubicBezTo>
                  <a:close/>
                  <a:moveTo>
                    <a:pt x="1" y="1"/>
                  </a:moveTo>
                  <a:lnTo>
                    <a:pt x="1" y="87064"/>
                  </a:lnTo>
                  <a:cubicBezTo>
                    <a:pt x="1" y="90160"/>
                    <a:pt x="2742" y="92671"/>
                    <a:pt x="5859" y="92671"/>
                  </a:cubicBezTo>
                  <a:lnTo>
                    <a:pt x="179986" y="92671"/>
                  </a:lnTo>
                  <a:cubicBezTo>
                    <a:pt x="183082" y="92671"/>
                    <a:pt x="185363" y="90160"/>
                    <a:pt x="185363" y="87064"/>
                  </a:cubicBezTo>
                  <a:lnTo>
                    <a:pt x="18536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6" name="Google Shape;436;p46"/>
            <p:cNvSpPr/>
            <p:nvPr/>
          </p:nvSpPr>
          <p:spPr>
            <a:xfrm>
              <a:off x="2068350" y="834950"/>
              <a:ext cx="895050" cy="561825"/>
            </a:xfrm>
            <a:custGeom>
              <a:rect b="b" l="l" r="r" t="t"/>
              <a:pathLst>
                <a:path extrusionOk="0" h="22473" w="35802">
                  <a:moveTo>
                    <a:pt x="5839" y="1"/>
                  </a:moveTo>
                  <a:cubicBezTo>
                    <a:pt x="2742" y="1"/>
                    <a:pt x="1" y="2512"/>
                    <a:pt x="1" y="5608"/>
                  </a:cubicBezTo>
                  <a:lnTo>
                    <a:pt x="1" y="22473"/>
                  </a:lnTo>
                  <a:lnTo>
                    <a:pt x="35801" y="22473"/>
                  </a:lnTo>
                  <a:lnTo>
                    <a:pt x="35801" y="5608"/>
                  </a:lnTo>
                  <a:cubicBezTo>
                    <a:pt x="35801" y="2512"/>
                    <a:pt x="33520" y="1"/>
                    <a:pt x="3042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7" name="Google Shape;437;p46"/>
            <p:cNvSpPr/>
            <p:nvPr/>
          </p:nvSpPr>
          <p:spPr>
            <a:xfrm>
              <a:off x="4683800" y="834950"/>
              <a:ext cx="895050" cy="561825"/>
            </a:xfrm>
            <a:custGeom>
              <a:rect b="b" l="l" r="r" t="t"/>
              <a:pathLst>
                <a:path extrusionOk="0" h="22473" w="35802">
                  <a:moveTo>
                    <a:pt x="5839" y="1"/>
                  </a:moveTo>
                  <a:cubicBezTo>
                    <a:pt x="2742" y="1"/>
                    <a:pt x="1" y="2512"/>
                    <a:pt x="1" y="5608"/>
                  </a:cubicBezTo>
                  <a:lnTo>
                    <a:pt x="1" y="22473"/>
                  </a:lnTo>
                  <a:lnTo>
                    <a:pt x="35801" y="22473"/>
                  </a:lnTo>
                  <a:lnTo>
                    <a:pt x="35801" y="5608"/>
                  </a:lnTo>
                  <a:cubicBezTo>
                    <a:pt x="35801" y="2512"/>
                    <a:pt x="33521" y="1"/>
                    <a:pt x="3042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438" name="Google Shape;438;p46"/>
            <p:cNvSpPr/>
            <p:nvPr/>
          </p:nvSpPr>
          <p:spPr>
            <a:xfrm>
              <a:off x="1190625" y="1677650"/>
              <a:ext cx="5230925" cy="596875"/>
            </a:xfrm>
            <a:custGeom>
              <a:rect b="b" l="l" r="r" t="t"/>
              <a:pathLst>
                <a:path extrusionOk="0" h="23875" w="209237">
                  <a:moveTo>
                    <a:pt x="6193" y="1"/>
                  </a:moveTo>
                  <a:cubicBezTo>
                    <a:pt x="3097" y="1"/>
                    <a:pt x="0" y="2156"/>
                    <a:pt x="0" y="5253"/>
                  </a:cubicBezTo>
                  <a:lnTo>
                    <a:pt x="0" y="17890"/>
                  </a:lnTo>
                  <a:cubicBezTo>
                    <a:pt x="0" y="21008"/>
                    <a:pt x="3097" y="23875"/>
                    <a:pt x="6193" y="23875"/>
                  </a:cubicBezTo>
                  <a:lnTo>
                    <a:pt x="204194" y="23875"/>
                  </a:lnTo>
                  <a:cubicBezTo>
                    <a:pt x="207311" y="23875"/>
                    <a:pt x="209236" y="21008"/>
                    <a:pt x="209236" y="17890"/>
                  </a:cubicBezTo>
                  <a:lnTo>
                    <a:pt x="209236" y="5253"/>
                  </a:lnTo>
                  <a:cubicBezTo>
                    <a:pt x="209236" y="2156"/>
                    <a:pt x="207311" y="1"/>
                    <a:pt x="204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439" name="Google Shape;439;p46"/>
          <p:cNvSpPr/>
          <p:nvPr/>
        </p:nvSpPr>
        <p:spPr>
          <a:xfrm>
            <a:off x="2375450" y="2409500"/>
            <a:ext cx="1458460" cy="940970"/>
          </a:xfrm>
          <a:custGeom>
            <a:rect b="b" l="l" r="r" t="t"/>
            <a:pathLst>
              <a:path extrusionOk="0" h="40300" w="56972">
                <a:moveTo>
                  <a:pt x="0" y="39168"/>
                </a:moveTo>
                <a:cubicBezTo>
                  <a:pt x="6053" y="41186"/>
                  <a:pt x="14360" y="40475"/>
                  <a:pt x="18872" y="35963"/>
                </a:cubicBezTo>
                <a:cubicBezTo>
                  <a:pt x="25608" y="29227"/>
                  <a:pt x="25850" y="17110"/>
                  <a:pt x="33471" y="11394"/>
                </a:cubicBezTo>
                <a:cubicBezTo>
                  <a:pt x="36419" y="9183"/>
                  <a:pt x="40518" y="9151"/>
                  <a:pt x="44153" y="8545"/>
                </a:cubicBezTo>
                <a:cubicBezTo>
                  <a:pt x="49218" y="7701"/>
                  <a:pt x="53341" y="3631"/>
                  <a:pt x="56972" y="0"/>
                </a:cubicBezTo>
              </a:path>
            </a:pathLst>
          </a:custGeom>
          <a:noFill/>
          <a:ln cap="flat" cmpd="sng" w="1143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0" name="Google Shape;440;p46"/>
          <p:cNvSpPr/>
          <p:nvPr/>
        </p:nvSpPr>
        <p:spPr>
          <a:xfrm>
            <a:off x="2375451" y="1826522"/>
            <a:ext cx="1479130" cy="694131"/>
          </a:xfrm>
          <a:custGeom>
            <a:rect b="b" l="l" r="r" t="t"/>
            <a:pathLst>
              <a:path extrusionOk="0" h="28474" w="54551">
                <a:moveTo>
                  <a:pt x="0" y="24509"/>
                </a:moveTo>
                <a:cubicBezTo>
                  <a:pt x="4925" y="26971"/>
                  <a:pt x="12486" y="30538"/>
                  <a:pt x="16379" y="26645"/>
                </a:cubicBezTo>
                <a:cubicBezTo>
                  <a:pt x="22224" y="20800"/>
                  <a:pt x="22675" y="10221"/>
                  <a:pt x="29554" y="5637"/>
                </a:cubicBezTo>
                <a:cubicBezTo>
                  <a:pt x="34944" y="2045"/>
                  <a:pt x="42037" y="2073"/>
                  <a:pt x="48426" y="1008"/>
                </a:cubicBezTo>
                <a:cubicBezTo>
                  <a:pt x="50314" y="693"/>
                  <a:pt x="55835" y="-559"/>
                  <a:pt x="54123" y="296"/>
                </a:cubicBezTo>
              </a:path>
            </a:pathLst>
          </a:cu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441" name="Google Shape;441;p46"/>
          <p:cNvGrpSpPr/>
          <p:nvPr/>
        </p:nvGrpSpPr>
        <p:grpSpPr>
          <a:xfrm>
            <a:off x="3136863" y="2214850"/>
            <a:ext cx="2059473" cy="1899450"/>
            <a:chOff x="3136863" y="2214850"/>
            <a:chExt cx="2059473" cy="1899450"/>
          </a:xfrm>
        </p:grpSpPr>
        <p:pic>
          <p:nvPicPr>
            <p:cNvPr id="442" name="Google Shape;442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399959">
              <a:off x="3276473" y="2131287"/>
              <a:ext cx="1780254" cy="20594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" name="Google Shape;443;p46"/>
            <p:cNvSpPr/>
            <p:nvPr/>
          </p:nvSpPr>
          <p:spPr>
            <a:xfrm>
              <a:off x="4140325" y="2214850"/>
              <a:ext cx="364500" cy="3753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4140325" y="3739000"/>
              <a:ext cx="364500" cy="3753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45" name="Google Shape;445;p46"/>
          <p:cNvSpPr txBox="1"/>
          <p:nvPr/>
        </p:nvSpPr>
        <p:spPr>
          <a:xfrm>
            <a:off x="5601925" y="388392"/>
            <a:ext cx="32106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 Leg = Short (-)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 Leg = Long (+)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6"/>
          <p:cNvSpPr txBox="1"/>
          <p:nvPr/>
        </p:nvSpPr>
        <p:spPr>
          <a:xfrm>
            <a:off x="668470" y="442139"/>
            <a:ext cx="36438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in the battery.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6"/>
          <p:cNvSpPr txBox="1"/>
          <p:nvPr/>
        </p:nvSpPr>
        <p:spPr>
          <a:xfrm>
            <a:off x="671236" y="892026"/>
            <a:ext cx="36438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resistor</a:t>
            </a:r>
            <a:endParaRPr b="1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6"/>
          <p:cNvSpPr/>
          <p:nvPr/>
        </p:nvSpPr>
        <p:spPr>
          <a:xfrm>
            <a:off x="530530" y="179754"/>
            <a:ext cx="8115900" cy="4518600"/>
          </a:xfrm>
          <a:prstGeom prst="rect">
            <a:avLst/>
          </a:prstGeom>
          <a:noFill/>
          <a:ln cap="flat" cmpd="sng" w="38100">
            <a:solidFill>
              <a:srgbClr val="6A5B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/>
          <p:nvPr/>
        </p:nvSpPr>
        <p:spPr>
          <a:xfrm>
            <a:off x="514040" y="179754"/>
            <a:ext cx="8115919" cy="4518721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54" name="Google Shape;454;p47"/>
          <p:cNvSpPr txBox="1"/>
          <p:nvPr>
            <p:ph type="title"/>
          </p:nvPr>
        </p:nvSpPr>
        <p:spPr>
          <a:xfrm>
            <a:off x="679023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2800"/>
              <a:buFont typeface="Arial"/>
              <a:buNone/>
            </a:pPr>
            <a:r>
              <a:rPr lang="en"/>
              <a:t>Step 4 – Assemble</a:t>
            </a:r>
            <a:endParaRPr/>
          </a:p>
        </p:txBody>
      </p:sp>
      <p:sp>
        <p:nvSpPr>
          <p:cNvPr id="455" name="Google Shape;455;p47"/>
          <p:cNvSpPr txBox="1"/>
          <p:nvPr>
            <p:ph idx="1" type="body"/>
          </p:nvPr>
        </p:nvSpPr>
        <p:spPr>
          <a:xfrm>
            <a:off x="811885" y="1141823"/>
            <a:ext cx="3433963" cy="28385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500"/>
          </a:p>
        </p:txBody>
      </p:sp>
      <p:sp>
        <p:nvSpPr>
          <p:cNvPr id="456" name="Google Shape;456;p47"/>
          <p:cNvSpPr txBox="1"/>
          <p:nvPr/>
        </p:nvSpPr>
        <p:spPr>
          <a:xfrm>
            <a:off x="679025" y="1733350"/>
            <a:ext cx="4776000" cy="22683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14350" lvl="0" marL="6286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AutoNum type="arabicPeriod"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Neatly organize your components in a plastic container.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286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AutoNum type="arabicPeriod"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Switch the battery connector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ustria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47"/>
          <p:cNvPicPr preferRelativeResize="0"/>
          <p:nvPr/>
        </p:nvPicPr>
        <p:blipFill rotWithShape="1">
          <a:blip r:embed="rId3">
            <a:alphaModFix/>
          </a:blip>
          <a:srcRect b="16132" l="0" r="0" t="26413"/>
          <a:stretch/>
        </p:blipFill>
        <p:spPr>
          <a:xfrm>
            <a:off x="5918283" y="1542923"/>
            <a:ext cx="2248530" cy="179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8"/>
          <p:cNvSpPr txBox="1"/>
          <p:nvPr>
            <p:ph type="title"/>
          </p:nvPr>
        </p:nvSpPr>
        <p:spPr>
          <a:xfrm>
            <a:off x="1328823" y="2164325"/>
            <a:ext cx="3243000" cy="7278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</a:pPr>
            <a:r>
              <a:rPr lang="en"/>
              <a:t>Your flashlight is now complete!</a:t>
            </a:r>
            <a:endParaRPr/>
          </a:p>
        </p:txBody>
      </p:sp>
      <p:sp>
        <p:nvSpPr>
          <p:cNvPr id="463" name="Google Shape;463;p48"/>
          <p:cNvSpPr/>
          <p:nvPr/>
        </p:nvSpPr>
        <p:spPr>
          <a:xfrm>
            <a:off x="497550" y="435875"/>
            <a:ext cx="8148900" cy="4184700"/>
          </a:xfrm>
          <a:prstGeom prst="rect">
            <a:avLst/>
          </a:prstGeom>
          <a:noFill/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464" name="Google Shape;464;p48" title="thanos-last-stone (1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5900" y="1730200"/>
            <a:ext cx="3898725" cy="159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9"/>
          <p:cNvSpPr txBox="1"/>
          <p:nvPr>
            <p:ph type="title"/>
          </p:nvPr>
        </p:nvSpPr>
        <p:spPr>
          <a:xfrm>
            <a:off x="3484880" y="2207831"/>
            <a:ext cx="2174240" cy="7278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3000"/>
              <a:buFont typeface="Arial"/>
              <a:buNone/>
            </a:pPr>
            <a:r>
              <a:rPr lang="en">
                <a:solidFill>
                  <a:srgbClr val="CBB968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470" name="Google Shape;470;p49"/>
          <p:cNvSpPr/>
          <p:nvPr/>
        </p:nvSpPr>
        <p:spPr>
          <a:xfrm>
            <a:off x="497550" y="479400"/>
            <a:ext cx="8148900" cy="4184700"/>
          </a:xfrm>
          <a:prstGeom prst="rect">
            <a:avLst/>
          </a:prstGeom>
          <a:noFill/>
          <a:ln cap="flat" cmpd="sng" w="38100">
            <a:solidFill>
              <a:srgbClr val="CBB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"/>
          <p:cNvSpPr txBox="1"/>
          <p:nvPr>
            <p:ph type="ctrTitle"/>
          </p:nvPr>
        </p:nvSpPr>
        <p:spPr>
          <a:xfrm>
            <a:off x="300656" y="619418"/>
            <a:ext cx="6487850" cy="7874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What did we make today?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6" name="Google Shape;476;p50"/>
          <p:cNvSpPr txBox="1"/>
          <p:nvPr>
            <p:ph idx="1" type="subTitle"/>
          </p:nvPr>
        </p:nvSpPr>
        <p:spPr>
          <a:xfrm>
            <a:off x="300657" y="1295590"/>
            <a:ext cx="4406425" cy="59173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Flashlight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77" name="Google Shape;477;p50"/>
          <p:cNvSpPr txBox="1"/>
          <p:nvPr/>
        </p:nvSpPr>
        <p:spPr>
          <a:xfrm>
            <a:off x="1092820" y="2698595"/>
            <a:ext cx="11894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1"/>
          <p:cNvSpPr txBox="1"/>
          <p:nvPr>
            <p:ph type="ctrTitle"/>
          </p:nvPr>
        </p:nvSpPr>
        <p:spPr>
          <a:xfrm>
            <a:off x="300655" y="619418"/>
            <a:ext cx="7291635" cy="7874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990"/>
              <a:buFont typeface="Proxima Nova"/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Describe the conversion of energy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3" name="Google Shape;483;p51"/>
          <p:cNvSpPr txBox="1"/>
          <p:nvPr>
            <p:ph idx="1" type="subTitle"/>
          </p:nvPr>
        </p:nvSpPr>
        <p:spPr>
          <a:xfrm>
            <a:off x="300657" y="1295590"/>
            <a:ext cx="4406425" cy="59173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Battery: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484" name="Google Shape;484;p51"/>
          <p:cNvSpPr txBox="1"/>
          <p:nvPr/>
        </p:nvSpPr>
        <p:spPr>
          <a:xfrm>
            <a:off x="1092820" y="2698595"/>
            <a:ext cx="11894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85" name="Google Shape;485;p51"/>
          <p:cNvSpPr txBox="1"/>
          <p:nvPr/>
        </p:nvSpPr>
        <p:spPr>
          <a:xfrm>
            <a:off x="2282283" y="1295590"/>
            <a:ext cx="4406425" cy="59173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Chemical -&gt; Electrical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Electrical -&gt; Light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2"/>
          <p:cNvSpPr txBox="1"/>
          <p:nvPr>
            <p:ph type="ctrTitle"/>
          </p:nvPr>
        </p:nvSpPr>
        <p:spPr>
          <a:xfrm>
            <a:off x="1028020" y="1327155"/>
            <a:ext cx="7080026" cy="13716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B968"/>
              </a:buClr>
              <a:buSzPts val="4000"/>
              <a:buFont typeface="Proxima Nova"/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The End!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1" name="Google Shape;491;p52"/>
          <p:cNvSpPr txBox="1"/>
          <p:nvPr>
            <p:ph idx="1" type="subTitle"/>
          </p:nvPr>
        </p:nvSpPr>
        <p:spPr>
          <a:xfrm>
            <a:off x="1028020" y="2698755"/>
            <a:ext cx="7080026" cy="7874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49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en"/>
              <a:t>Congratulations on building your very own flashlight!</a:t>
            </a:r>
            <a:endParaRPr/>
          </a:p>
        </p:txBody>
      </p:sp>
      <p:pic>
        <p:nvPicPr>
          <p:cNvPr id="492" name="Google Shape;4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459826">
            <a:off x="-2108489" y="3774195"/>
            <a:ext cx="4622978" cy="204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7859186">
            <a:off x="6597176" y="3837174"/>
            <a:ext cx="4622978" cy="2042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3"/>
          <p:cNvSpPr txBox="1"/>
          <p:nvPr>
            <p:ph type="title"/>
          </p:nvPr>
        </p:nvSpPr>
        <p:spPr>
          <a:xfrm>
            <a:off x="689396" y="817325"/>
            <a:ext cx="7765200" cy="727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https://www.instructables.com/Paper-Circuits/</a:t>
            </a:r>
            <a:endParaRPr/>
          </a:p>
        </p:txBody>
      </p:sp>
      <p:pic>
        <p:nvPicPr>
          <p:cNvPr id="499" name="Google Shape;499;p53"/>
          <p:cNvPicPr preferRelativeResize="0"/>
          <p:nvPr/>
        </p:nvPicPr>
        <p:blipFill rotWithShape="1">
          <a:blip r:embed="rId3">
            <a:alphaModFix/>
          </a:blip>
          <a:srcRect b="0" l="0" r="0" t="2666"/>
          <a:stretch/>
        </p:blipFill>
        <p:spPr>
          <a:xfrm>
            <a:off x="3127850" y="1697050"/>
            <a:ext cx="3166950" cy="30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